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7" r:id="rId5"/>
    <p:sldId id="264" r:id="rId6"/>
    <p:sldId id="258" r:id="rId7"/>
    <p:sldId id="266" r:id="rId8"/>
    <p:sldId id="267" r:id="rId9"/>
    <p:sldId id="263" r:id="rId10"/>
    <p:sldId id="261" r:id="rId11"/>
  </p:sldIdLst>
  <p:sldSz cx="10058400" cy="7772400"/>
  <p:notesSz cx="6858000" cy="9144000"/>
  <p:custDataLst>
    <p:tags r:id="rId12"/>
  </p:custDataLst>
  <p:defaultTextStyle>
    <a:defPPr>
      <a:defRPr lang="fr-FR"/>
    </a:defPPr>
    <a:lvl1pPr marL="0" algn="l" defTabSz="914400" rtl="0" eaLnBrk="1" latinLnBrk="0" hangingPunct="1">
      <a:defRPr lang="en-US" sz="1100" kern="1200">
        <a:solidFill>
          <a:schemeClr val="tx1"/>
        </a:solidFill>
        <a:latin typeface="+mn-lt"/>
        <a:ea typeface="+mn-ea"/>
        <a:cs typeface="+mn-cs"/>
      </a:defRPr>
    </a:lvl1pPr>
    <a:lvl2pPr marL="457200" algn="l" defTabSz="914400" rtl="0" eaLnBrk="1" latinLnBrk="0" hangingPunct="1">
      <a:defRPr lang="en-US" sz="1100" kern="1200">
        <a:solidFill>
          <a:schemeClr val="tx1"/>
        </a:solidFill>
        <a:latin typeface="+mn-lt"/>
        <a:ea typeface="+mn-ea"/>
        <a:cs typeface="+mn-cs"/>
      </a:defRPr>
    </a:lvl2pPr>
    <a:lvl3pPr marL="914400" algn="l" defTabSz="914400" rtl="0" eaLnBrk="1" latinLnBrk="0" hangingPunct="1">
      <a:defRPr lang="en-US" sz="1100" kern="1200">
        <a:solidFill>
          <a:schemeClr val="tx1"/>
        </a:solidFill>
        <a:latin typeface="+mn-lt"/>
        <a:ea typeface="+mn-ea"/>
        <a:cs typeface="+mn-cs"/>
      </a:defRPr>
    </a:lvl3pPr>
    <a:lvl4pPr marL="1371600" algn="l" defTabSz="914400" rtl="0" eaLnBrk="1" latinLnBrk="0" hangingPunct="1">
      <a:defRPr lang="en-US" sz="1100" kern="1200">
        <a:solidFill>
          <a:schemeClr val="tx1"/>
        </a:solidFill>
        <a:latin typeface="+mn-lt"/>
        <a:ea typeface="+mn-ea"/>
        <a:cs typeface="+mn-cs"/>
      </a:defRPr>
    </a:lvl4pPr>
    <a:lvl5pPr marL="1828800" algn="l" defTabSz="914400" rtl="0" eaLnBrk="1" latinLnBrk="0" hangingPunct="1">
      <a:defRPr lang="en-US" sz="11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25" userDrawn="1">
          <p15:clr>
            <a:srgbClr val="A4A3A4"/>
          </p15:clr>
        </p15:guide>
        <p15:guide id="2" orient="horz" pos="2565" userDrawn="1">
          <p15:clr>
            <a:srgbClr val="A4A3A4"/>
          </p15:clr>
        </p15:guide>
        <p15:guide id="3" orient="horz" pos="2910" userDrawn="1">
          <p15:clr>
            <a:srgbClr val="A4A3A4"/>
          </p15:clr>
        </p15:guide>
        <p15:guide id="4" orient="horz" pos="4148" userDrawn="1">
          <p15:clr>
            <a:srgbClr val="A4A3A4"/>
          </p15:clr>
        </p15:guide>
        <p15:guide id="5" pos="2997" userDrawn="1">
          <p15:clr>
            <a:srgbClr val="A4A3A4"/>
          </p15:clr>
        </p15:guide>
        <p15:guide id="6" pos="334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7737CE-3487-45B8-969F-CD73B9B488F4}" v="1318" dt="2023-10-04T16:33:58.941"/>
  </p1510:revLst>
</p1510:revInfo>
</file>

<file path=ppt/tableStyles.xml><?xml version="1.0" encoding="utf-8"?>
<a:tblStyleLst xmlns:a="http://schemas.openxmlformats.org/drawingml/2006/main" def="{5C22544A-7EE6-4342-B048-85BDC9FD1C3A}">
  <a:tblStyle styleId="{9F6702A1-A54F-4802-A9EC-B28C02EDC1F7}" styleName="Roadmap">
    <a:wholeTbl>
      <a:tcTxStyle b="off" i="off">
        <a:fontRef idx="minor">
          <a:prstClr val="black"/>
        </a:fontRef>
        <a:schemeClr val="tx2"/>
      </a:tcTxStyle>
      <a:tcStyle>
        <a:tcBdr>
          <a:left>
            <a:ln w="0" cmpd="sng">
              <a:solidFill>
                <a:schemeClr val="bg1">
                  <a:lumMod val="95000"/>
                </a:schemeClr>
              </a:solidFill>
            </a:ln>
          </a:left>
          <a:right>
            <a:ln w="0" cmpd="sng">
              <a:solidFill>
                <a:schemeClr val="bg1">
                  <a:lumMod val="95000"/>
                </a:schemeClr>
              </a:solidFill>
            </a:ln>
          </a:right>
          <a:top>
            <a:ln w="0" cmpd="sng">
              <a:solidFill>
                <a:schemeClr val="bg1">
                  <a:lumMod val="95000"/>
                </a:schemeClr>
              </a:solidFill>
            </a:ln>
          </a:top>
          <a:bottom>
            <a:ln w="0" cmpd="sng">
              <a:solidFill>
                <a:schemeClr val="bg1">
                  <a:lumMod val="95000"/>
                </a:schemeClr>
              </a:solidFill>
            </a:ln>
          </a:bottom>
          <a:insideH>
            <a:ln>
              <a:noFill/>
            </a:ln>
          </a:insideH>
          <a:insideV>
            <a:ln w="57150" cmpd="sng">
              <a:solidFill>
                <a:srgbClr val="FFFFFF"/>
              </a:solidFill>
            </a:ln>
          </a:insideV>
        </a:tcBdr>
        <a:fill>
          <a:solidFill>
            <a:schemeClr val="bg1">
              <a:lumMod val="95000"/>
            </a:schemeClr>
          </a:solidFill>
        </a:fill>
      </a:tcStyle>
    </a:wholeTbl>
    <a:firstCol>
      <a:tcTxStyle>
        <a:fontRef idx="minor">
          <a:prstClr val="black"/>
        </a:fontRef>
        <a:schemeClr val="bg1"/>
      </a:tcTxStyle>
      <a:tcStyle>
        <a:tcBdr/>
        <a:fill>
          <a:solidFill>
            <a:schemeClr val="accent1"/>
          </a:solidFill>
        </a:fill>
      </a:tcStyle>
    </a:firstCol>
    <a:firstRow>
      <a:tcTxStyle>
        <a:fontRef idx="minor">
          <a:prstClr val="black"/>
        </a:fontRef>
        <a:schemeClr val="bg1"/>
      </a:tcTxStyle>
      <a:tcStyle>
        <a:tcBdr>
          <a:insideH>
            <a:ln w="57150" cmpd="sng">
              <a:solidFill>
                <a:srgbClr val="FFFFFF"/>
              </a:solidFill>
            </a:ln>
          </a:insideH>
          <a:insideV>
            <a:ln w="57150" cmpd="sng">
              <a:solidFill>
                <a:srgbClr val="FFFFFF"/>
              </a:solidFill>
            </a:ln>
          </a:insideV>
        </a:tcBdr>
        <a:fill>
          <a:solidFill>
            <a:schemeClr val="accent1"/>
          </a:solidFill>
        </a:fill>
      </a:tcStyle>
    </a:firstRow>
  </a:tblStyle>
  <a:tblStyle styleId="{C679532D-8790-4F43-B145-F427FA289644}" styleName="Timetable">
    <a:wholeTbl>
      <a:tcTxStyle b="off" i="off">
        <a:fontRef idx="minor">
          <a:prstClr val="black"/>
        </a:fontRef>
        <a:schemeClr val="tx2"/>
      </a:tcTxStyle>
      <a:tcStyle>
        <a:tcBdr>
          <a:left>
            <a:ln>
              <a:noFill/>
            </a:ln>
          </a:left>
          <a:right>
            <a:ln>
              <a:noFill/>
            </a:ln>
          </a:right>
          <a:top>
            <a:ln>
              <a:noFill/>
            </a:ln>
          </a:top>
          <a:bottom>
            <a:ln>
              <a:noFill/>
            </a:ln>
          </a:bottom>
          <a:insideH>
            <a:ln w="6355" cmpd="sng">
              <a:solidFill>
                <a:srgbClr val="FFFFFF"/>
              </a:solidFill>
            </a:ln>
          </a:insideH>
          <a:insideV>
            <a:ln w="6355" cmpd="sng">
              <a:solidFill>
                <a:srgbClr val="FFFFFF"/>
              </a:solidFill>
            </a:ln>
          </a:insideV>
        </a:tcBdr>
        <a:fill>
          <a:noFill/>
        </a:fill>
      </a:tcStyle>
    </a:wholeTbl>
    <a:band1V>
      <a:tcStyle>
        <a:tcBdr/>
        <a:fill>
          <a:solidFill>
            <a:schemeClr val="bg1">
              <a:lumMod val="95000"/>
            </a:schemeClr>
          </a:solidFill>
        </a:fill>
      </a:tcStyle>
    </a:band1V>
    <a:band2V>
      <a:tcStyle>
        <a:tcBdr/>
        <a:fill>
          <a:solidFill>
            <a:schemeClr val="bg1">
              <a:lumMod val="85000"/>
            </a:schemeClr>
          </a:solidFill>
        </a:fill>
      </a:tcStyle>
    </a:band2V>
    <a:firstCol>
      <a:tcTxStyle>
        <a:fontRef idx="minor">
          <a:prstClr val="black"/>
        </a:fontRef>
        <a:schemeClr val="bg1"/>
      </a:tcTxStyle>
      <a:tcStyle>
        <a:tcBdr/>
        <a:fill>
          <a:solidFill>
            <a:schemeClr val="accent1"/>
          </a:solidFill>
        </a:fill>
      </a:tcStyle>
    </a:firstCol>
    <a:firstRow>
      <a:tcTxStyle>
        <a:fontRef idx="minor">
          <a:prstClr val="black"/>
        </a:fontRef>
        <a:schemeClr val="bg1"/>
      </a:tcTxStyle>
      <a:tcStyle>
        <a:tcBdr/>
        <a:fill>
          <a:solidFill>
            <a:schemeClr val="accent1"/>
          </a:solidFill>
        </a:fill>
      </a:tcStyle>
    </a:firstRow>
  </a:tblStyle>
  <a:tblStyle styleId="{640930CC-2DD5-4645-9BF9-1F0F6B9BBA25}" styleName="Standard">
    <a:wholeTbl>
      <a:tcTxStyle i="off">
        <a:fontRef idx="minor">
          <a:prstClr val="black"/>
        </a:fontRef>
        <a:schemeClr val="tx2"/>
      </a:tcTxStyle>
      <a:tcStyle>
        <a:tcBdr>
          <a:left>
            <a:ln>
              <a:noFill/>
            </a:ln>
          </a:left>
          <a:right>
            <a:ln>
              <a:noFill/>
            </a:ln>
          </a:right>
          <a:top>
            <a:ln>
              <a:noFill/>
            </a:ln>
          </a:top>
          <a:bottom>
            <a:ln>
              <a:noFill/>
            </a:ln>
          </a:bottom>
          <a:insideH>
            <a:ln>
              <a:noFill/>
            </a:ln>
          </a:insideH>
          <a:insideV>
            <a:ln>
              <a:noFill/>
            </a:ln>
          </a:insideV>
        </a:tcBdr>
        <a:fill>
          <a:noFill/>
        </a:fill>
      </a:tcStyle>
    </a:wholeTbl>
    <a:lastRow>
      <a:tcTxStyle>
        <a:fontRef idx="minor">
          <a:prstClr val="black"/>
        </a:fontRef>
        <a:schemeClr val="tx2"/>
      </a:tcTxStyle>
      <a:tcStyle>
        <a:tcBdr>
          <a:bottom>
            <a:ln w="6355" cmpd="sng">
              <a:solidFill>
                <a:schemeClr val="tx2"/>
              </a:solidFill>
            </a:ln>
          </a:bottom>
        </a:tcBdr>
        <a:fill>
          <a:noFill/>
        </a:fill>
      </a:tcStyle>
    </a:lastRow>
    <a:firstRow>
      <a:tcTxStyle b="on">
        <a:fontRef idx="minor">
          <a:prstClr val="black"/>
        </a:fontRef>
        <a:schemeClr val="tx2"/>
      </a:tcTxStyle>
      <a:tcStyle>
        <a:tcBdr>
          <a:bottom>
            <a:ln w="6355" cmpd="sng">
              <a:solidFill>
                <a:schemeClr val="tx2"/>
              </a:solidFill>
            </a:ln>
          </a:bottom>
        </a:tcBdr>
        <a:fill>
          <a:noFill/>
        </a:fill>
      </a:tcStyle>
    </a:firstRow>
  </a:tblStyle>
  <a:tblStyle styleId="{0582B0D9-9874-4C26-850A-993D2AA39D9F}" styleName="Blank">
    <a:wholeTbl>
      <a:tcTxStyle i="off">
        <a:fontRef idx="minor">
          <a:prstClr val="black"/>
        </a:fontRef>
        <a:schemeClr val="tx2"/>
      </a:tcTxStyle>
      <a:tcStyle>
        <a:tcBdr>
          <a:left>
            <a:ln>
              <a:noFill/>
            </a:ln>
          </a:left>
          <a:right>
            <a:ln>
              <a:noFill/>
            </a:ln>
          </a:right>
          <a:top>
            <a:ln>
              <a:noFill/>
            </a:ln>
          </a:top>
          <a:bottom>
            <a:ln>
              <a:noFill/>
            </a:ln>
          </a:bottom>
          <a:insideH>
            <a:ln>
              <a:noFill/>
            </a:ln>
          </a:insideH>
          <a:insideV>
            <a:ln>
              <a:noFill/>
            </a:ln>
          </a:insideV>
        </a:tcBdr>
        <a:fill>
          <a:noFill/>
        </a:fill>
      </a:tcStyle>
    </a:wholeTbl>
    <a:firstRow>
      <a:tcTxStyle b="on">
        <a:fontRef idx="minor">
          <a:prstClr val="black"/>
        </a:fontRef>
        <a:schemeClr val="tx2"/>
      </a:tcTxStyle>
      <a:tcStyle>
        <a:tcBdr>
          <a:bottom>
            <a:ln w="6355" cmpd="sng">
              <a:solidFill>
                <a:schemeClr val="tx2"/>
              </a:solidFill>
            </a:ln>
          </a:bottom>
        </a:tcBdr>
        <a:fill>
          <a:noFill/>
        </a:fill>
      </a:tcStyle>
    </a:firstRow>
  </a:tblStyle>
  <a:tblStyle styleId="{F3359BF5-DAE9-4BDB-B8C4-06CAF9B8A900}" styleName="Agenda">
    <a:wholeTbl>
      <a:tcTxStyle b="off" i="off">
        <a:fontRef idx="minor">
          <a:prstClr val="black"/>
        </a:fontRef>
        <a:schemeClr val="bg2"/>
      </a:tcTxStyle>
      <a:tcStyle>
        <a:tcBdr>
          <a:left>
            <a:ln>
              <a:noFill/>
            </a:ln>
          </a:left>
          <a:right>
            <a:ln>
              <a:noFill/>
            </a:ln>
          </a:right>
          <a:top>
            <a:ln>
              <a:noFill/>
            </a:ln>
          </a:top>
          <a:bottom>
            <a:ln>
              <a:noFill/>
            </a:ln>
          </a:bottom>
          <a:insideH>
            <a:ln w="6350" cmpd="sng">
              <a:solidFill>
                <a:srgbClr val="AFB1B3"/>
              </a:solidFill>
              <a:prstDash val="solid"/>
            </a:ln>
          </a:insideH>
          <a:insideV>
            <a:ln>
              <a:noFill/>
            </a:ln>
          </a:insideV>
        </a:tcBdr>
        <a:fill>
          <a:noFill/>
        </a:fill>
      </a:tcStyle>
    </a:wholeTbl>
    <a:lastRow>
      <a:tcTxStyle>
        <a:fontRef idx="minor">
          <a:prstClr val="black"/>
        </a:fontRef>
        <a:schemeClr val="bg2"/>
      </a:tcTxStyle>
      <a:tcStyle>
        <a:tcBdr>
          <a:bottom>
            <a:ln w="6350" cmpd="sng">
              <a:solidFill>
                <a:srgbClr val="AFB1B3"/>
              </a:solidFill>
              <a:prstDash val="solid"/>
            </a:ln>
          </a:bottom>
        </a:tcBdr>
        <a:fill>
          <a:noFill/>
        </a:fill>
      </a:tcStyle>
    </a:lastRow>
    <a:firstRow>
      <a:tcTxStyle>
        <a:fontRef idx="minor">
          <a:prstClr val="black"/>
        </a:fontRef>
        <a:schemeClr val="bg2"/>
      </a:tcTxStyle>
      <a:tcStyle>
        <a:tcBdr>
          <a:top>
            <a:ln w="6350" cmpd="sng">
              <a:solidFill>
                <a:srgbClr val="AFB1B3"/>
              </a:solidFill>
              <a:prstDash val="solid"/>
            </a:ln>
          </a:top>
        </a:tcBdr>
        <a:fill>
          <a:noFill/>
        </a:fill>
      </a:tcStyle>
    </a:firstRow>
  </a:tblStyle>
  <a:tblStyle styleId="{0CAB58E7-5CDE-43C6-A48B-3C2A836B0257}" styleName="League">
    <a:wholeTbl>
      <a:tcTxStyle i="off">
        <a:fontRef idx="minor">
          <a:prstClr val="black"/>
        </a:fontRef>
        <a:schemeClr val="tx2"/>
      </a:tcTxStyle>
      <a:tcStyle>
        <a:tcBdr>
          <a:left>
            <a:ln>
              <a:noFill/>
            </a:ln>
          </a:left>
          <a:right>
            <a:ln>
              <a:noFill/>
            </a:ln>
          </a:right>
          <a:top>
            <a:ln>
              <a:noFill/>
            </a:ln>
          </a:top>
          <a:bottom>
            <a:ln>
              <a:noFill/>
            </a:ln>
          </a:bottom>
          <a:insideH>
            <a:ln>
              <a:noFill/>
            </a:ln>
          </a:insideH>
          <a:insideV>
            <a:ln>
              <a:noFill/>
            </a:ln>
          </a:insideV>
        </a:tcBdr>
        <a:fill>
          <a:noFill/>
        </a:fill>
      </a:tcStyle>
    </a:wholeTbl>
    <a:lastRow>
      <a:tcTxStyle>
        <a:schemeClr val="tx2"/>
      </a:tcTxStyle>
      <a:tcStyle>
        <a:tcBdr>
          <a:bottom>
            <a:ln w="6355" cmpd="sng">
              <a:solidFill>
                <a:schemeClr val="tx2"/>
              </a:solidFill>
            </a:ln>
          </a:bottom>
        </a:tcBdr>
        <a:fill>
          <a:noFill/>
        </a:fill>
      </a:tcStyle>
    </a:lastRow>
    <a:firstRow>
      <a:tcTxStyle b="on">
        <a:schemeClr val="tx2"/>
      </a:tcTxStyle>
      <a:tcStyle>
        <a:tcBdr>
          <a:bottom>
            <a:ln w="6355" cmpd="sng">
              <a:solidFill>
                <a:schemeClr val="tx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6" d="100"/>
          <a:sy n="136" d="100"/>
        </p:scale>
        <p:origin x="2124" y="126"/>
      </p:cViewPr>
      <p:guideLst>
        <p:guide orient="horz" pos="1325"/>
        <p:guide orient="horz" pos="2565"/>
        <p:guide orient="horz" pos="2910"/>
        <p:guide orient="horz" pos="4148"/>
        <p:guide pos="2997"/>
        <p:guide pos="334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gs" Target="tags/tag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A">
    <p:spTree>
      <p:nvGrpSpPr>
        <p:cNvPr id="1" name=""/>
        <p:cNvGrpSpPr/>
        <p:nvPr/>
      </p:nvGrpSpPr>
      <p:grpSpPr>
        <a:xfrm>
          <a:off x="0" y="0"/>
          <a:ext cx="0" cy="0"/>
          <a:chOff x="0" y="0"/>
          <a:chExt cx="0" cy="0"/>
        </a:xfrm>
      </p:grpSpPr>
      <p:sp>
        <p:nvSpPr>
          <p:cNvPr id="3" name="PlaceholderTitle">
            <a:extLst>
              <a:ext uri="{FF2B5EF4-FFF2-40B4-BE49-F238E27FC236}">
                <a16:creationId xmlns:a16="http://schemas.microsoft.com/office/drawing/2014/main" id="{0916452C-DCD7-450D-9C33-95A90CBC727F}"/>
              </a:ext>
            </a:extLst>
          </p:cNvPr>
          <p:cNvSpPr>
            <a:spLocks noGrp="1"/>
          </p:cNvSpPr>
          <p:nvPr>
            <p:ph type="title" idx="10" hasCustomPrompt="1"/>
          </p:nvPr>
        </p:nvSpPr>
        <p:spPr>
          <a:xfrm>
            <a:off x="475488" y="2916936"/>
            <a:ext cx="9107424" cy="557784"/>
          </a:xfrm>
        </p:spPr>
        <p:txBody>
          <a:bodyPr vert="horz" wrap="square" lIns="0" tIns="0" rIns="0" bIns="0" anchor="b">
            <a:noAutofit/>
          </a:bodyPr>
          <a:lstStyle>
            <a:lvl1pPr algn="l">
              <a:spcBef>
                <a:spcPct val="9500"/>
              </a:spcBef>
              <a:buFontTx/>
              <a:buNone/>
              <a:defRPr sz="3600" b="0" i="0">
                <a:solidFill>
                  <a:schemeClr val="tx2"/>
                </a:solidFill>
                <a:latin typeface="Arial" panose="020B0604020202020204" pitchFamily="34" charset="0"/>
              </a:defRPr>
            </a:lvl1pPr>
          </a:lstStyle>
          <a:p>
            <a:r>
              <a:rPr lang="en-US"/>
              <a:t>[Presentation title]</a:t>
            </a:r>
          </a:p>
        </p:txBody>
      </p:sp>
      <p:sp>
        <p:nvSpPr>
          <p:cNvPr id="4" name="PlaceholderSubtitle">
            <a:extLst>
              <a:ext uri="{FF2B5EF4-FFF2-40B4-BE49-F238E27FC236}">
                <a16:creationId xmlns:a16="http://schemas.microsoft.com/office/drawing/2014/main" id="{7ABE3202-BCE7-4B08-8E78-1BC8F2D04437}"/>
              </a:ext>
            </a:extLst>
          </p:cNvPr>
          <p:cNvSpPr>
            <a:spLocks noGrp="1"/>
          </p:cNvSpPr>
          <p:nvPr>
            <p:ph type="subTitle" idx="11" hasCustomPrompt="1"/>
          </p:nvPr>
        </p:nvSpPr>
        <p:spPr>
          <a:xfrm>
            <a:off x="475488" y="3703320"/>
            <a:ext cx="1563624" cy="585216"/>
          </a:xfrm>
        </p:spPr>
        <p:txBody>
          <a:bodyPr vert="horz" wrap="none" lIns="0" tIns="0" rIns="0" bIns="0" anchor="t">
            <a:noAutofit/>
          </a:bodyPr>
          <a:lstStyle>
            <a:lvl1pPr marL="0" indent="0" algn="l">
              <a:spcBef>
                <a:spcPts val="10"/>
              </a:spcBef>
              <a:buFontTx/>
              <a:buNone/>
              <a:defRPr sz="18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Event name/subtitle</a:t>
            </a:r>
          </a:p>
        </p:txBody>
      </p:sp>
      <p:sp>
        <p:nvSpPr>
          <p:cNvPr id="5" name="CoverPageDateText">
            <a:extLst>
              <a:ext uri="{FF2B5EF4-FFF2-40B4-BE49-F238E27FC236}">
                <a16:creationId xmlns:a16="http://schemas.microsoft.com/office/drawing/2014/main" id="{5C2B1F7B-19C7-4870-B218-9871B1DFB152}"/>
              </a:ext>
            </a:extLst>
          </p:cNvPr>
          <p:cNvSpPr>
            <a:spLocks noGrp="1"/>
          </p:cNvSpPr>
          <p:nvPr>
            <p:ph type="body" sz="quarter" idx="12" hasCustomPrompt="1"/>
          </p:nvPr>
        </p:nvSpPr>
        <p:spPr>
          <a:xfrm>
            <a:off x="2048256" y="3703320"/>
            <a:ext cx="3008376" cy="365760"/>
          </a:xfrm>
          <a:prstGeom prst="rect">
            <a:avLst/>
          </a:prstGeom>
        </p:spPr>
        <p:txBody>
          <a:bodyPr vert="horz" wrap="none" lIns="0" tIns="0" rIns="0" bIns="0" anchor="t">
            <a:noAutofit/>
          </a:bodyPr>
          <a:lstStyle>
            <a:lvl1pPr marL="3175" indent="0" algn="l">
              <a:spcBef>
                <a:spcPts val="10"/>
              </a:spcBef>
              <a:buFontTx/>
              <a:buNone/>
              <a:defRPr sz="1800" b="0" i="0">
                <a:solidFill>
                  <a:schemeClr val="tx2"/>
                </a:solidFill>
                <a:latin typeface="Arial" panose="020B0604020202020204" pitchFamily="34" charset="0"/>
              </a:defRPr>
            </a:lvl1pPr>
            <a:lvl2pPr marL="27432" indent="0" algn="l">
              <a:buFontTx/>
              <a:buNone/>
              <a:defRPr sz="1800" b="0" i="0">
                <a:solidFill>
                  <a:schemeClr val="tx2"/>
                </a:solidFill>
                <a:latin typeface="Arial" panose="020B0604020202020204" pitchFamily="34" charset="0"/>
              </a:defRPr>
            </a:lvl2pPr>
            <a:lvl3pPr marL="173736" indent="0" algn="l">
              <a:buFontTx/>
              <a:buNone/>
              <a:defRPr sz="1800" b="0" i="0">
                <a:solidFill>
                  <a:schemeClr val="tx2"/>
                </a:solidFill>
                <a:latin typeface="Arial" panose="020B0604020202020204" pitchFamily="34" charset="0"/>
              </a:defRPr>
            </a:lvl3pPr>
            <a:lvl4pPr marL="338328" indent="0" algn="l">
              <a:buFontTx/>
              <a:buNone/>
              <a:defRPr sz="1800" b="0" i="0">
                <a:solidFill>
                  <a:schemeClr val="tx2"/>
                </a:solidFill>
                <a:latin typeface="Arial" panose="020B0604020202020204" pitchFamily="34" charset="0"/>
              </a:defRPr>
            </a:lvl4pPr>
            <a:lvl5pPr marL="502920" indent="0" algn="l">
              <a:buFontTx/>
              <a:buNone/>
              <a:defRPr sz="1800" b="0" i="0">
                <a:solidFill>
                  <a:schemeClr val="tx2"/>
                </a:solidFill>
                <a:latin typeface="Arial" panose="020B0604020202020204" pitchFamily="34" charset="0"/>
              </a:defRPr>
            </a:lvl5pPr>
          </a:lstStyle>
          <a:p>
            <a:pPr lvl="0"/>
            <a:r>
              <a:rPr lang="en-US"/>
              <a:t>| March 2021</a:t>
            </a:r>
          </a:p>
        </p:txBody>
      </p:sp>
      <p:pic>
        <p:nvPicPr>
          <p:cNvPr id="7" name="BrandLogo">
            <a:extLst>
              <a:ext uri="{FF2B5EF4-FFF2-40B4-BE49-F238E27FC236}">
                <a16:creationId xmlns:a16="http://schemas.microsoft.com/office/drawing/2014/main" id="{AA391E5E-C56C-4CCD-9584-5C29190B9BF2}"/>
              </a:ext>
            </a:extLst>
          </p:cNvPr>
          <p:cNvPicPr>
            <a:picLocks/>
          </p:cNvPicPr>
          <p:nvPr userDrawn="1">
            <p:custDataLst>
              <p:tags r:id="rId1"/>
            </p:custDataLst>
          </p:nvPr>
        </p:nvPicPr>
        <p:blipFill>
          <a:blip r:embed="rId3"/>
          <a:stretch>
            <a:fillRect/>
          </a:stretch>
        </p:blipFill>
        <p:spPr>
          <a:xfrm>
            <a:off x="484632" y="475488"/>
            <a:ext cx="1591056" cy="320040"/>
          </a:xfrm>
          <a:prstGeom prst="rect">
            <a:avLst/>
          </a:prstGeom>
        </p:spPr>
      </p:pic>
      <p:sp>
        <p:nvSpPr>
          <p:cNvPr id="8" name="GradientBar">
            <a:extLst>
              <a:ext uri="{FF2B5EF4-FFF2-40B4-BE49-F238E27FC236}">
                <a16:creationId xmlns:a16="http://schemas.microsoft.com/office/drawing/2014/main" id="{D1DA05F5-2DFA-47ED-8D38-EDC5F661655E}"/>
              </a:ext>
            </a:extLst>
          </p:cNvPr>
          <p:cNvSpPr txBox="1"/>
          <p:nvPr userDrawn="1"/>
        </p:nvSpPr>
        <p:spPr>
          <a:xfrm>
            <a:off x="0" y="7287768"/>
            <a:ext cx="10058400" cy="45720"/>
          </a:xfrm>
          <a:prstGeom prst="rect">
            <a:avLst/>
          </a:prstGeom>
          <a:gradFill flip="none" rotWithShape="1">
            <a:gsLst>
              <a:gs pos="50000">
                <a:schemeClr val="lt2">
                  <a:lumMod val="100000"/>
                </a:schemeClr>
              </a:gs>
              <a:gs pos="0">
                <a:srgbClr val="005FB8"/>
              </a:gs>
              <a:gs pos="100000">
                <a:srgbClr val="005FB8"/>
              </a:gs>
            </a:gsLst>
            <a:lin ang="0" scaled="1"/>
            <a:tileRect/>
          </a:gradFill>
        </p:spPr>
        <p:txBody>
          <a:bodyPr vert="horz" wrap="square" lIns="0" tIns="0" rIns="0" bIns="0" rtlCol="0" anchor="t">
            <a:noAutofit/>
          </a:bodyPr>
          <a:lstStyle/>
          <a:p>
            <a:pPr algn="r">
              <a:lnSpc>
                <a:spcPct val="110000"/>
              </a:lnSpc>
            </a:pPr>
            <a:endParaRPr lang="en-US" sz="1200" b="0" i="0" dirty="0">
              <a:solidFill>
                <a:schemeClr val="tx2"/>
              </a:solidFill>
              <a:latin typeface="+mn-lt"/>
            </a:endParaRPr>
          </a:p>
        </p:txBody>
      </p:sp>
      <p:sp>
        <p:nvSpPr>
          <p:cNvPr id="9" name="ConfidentialInternal">
            <a:extLst>
              <a:ext uri="{FF2B5EF4-FFF2-40B4-BE49-F238E27FC236}">
                <a16:creationId xmlns:a16="http://schemas.microsoft.com/office/drawing/2014/main" id="{BB036BA4-B753-4AEE-A912-FBA628ECCAFB}"/>
              </a:ext>
            </a:extLst>
          </p:cNvPr>
          <p:cNvSpPr txBox="1"/>
          <p:nvPr userDrawn="1"/>
        </p:nvSpPr>
        <p:spPr>
          <a:xfrm>
            <a:off x="475488" y="7443216"/>
            <a:ext cx="7178040" cy="182880"/>
          </a:xfrm>
          <a:prstGeom prst="rect">
            <a:avLst/>
          </a:prstGeom>
          <a:noFill/>
        </p:spPr>
        <p:txBody>
          <a:bodyPr vert="horz" wrap="none" lIns="0" tIns="0" rIns="0" bIns="0" rtlCol="0" anchor="ctr">
            <a:noAutofit/>
          </a:bodyPr>
          <a:lstStyle/>
          <a:p>
            <a:pPr algn="l">
              <a:lnSpc>
                <a:spcPct val="110000"/>
              </a:lnSpc>
            </a:pPr>
            <a:endParaRPr lang="en-US" sz="800" b="0" i="0" cap="all" spc="210" dirty="0">
              <a:solidFill>
                <a:schemeClr val="tx2"/>
              </a:solidFill>
              <a:latin typeface="Arial" panose="020B0604020202020204" pitchFamily="34" charset="0"/>
            </a:endParaRPr>
          </a:p>
        </p:txBody>
      </p:sp>
    </p:spTree>
    <p:extLst>
      <p:ext uri="{BB962C8B-B14F-4D97-AF65-F5344CB8AC3E}">
        <p14:creationId xmlns:p14="http://schemas.microsoft.com/office/powerpoint/2010/main" val="4012840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Page B">
    <p:spTree>
      <p:nvGrpSpPr>
        <p:cNvPr id="1" name=""/>
        <p:cNvGrpSpPr/>
        <p:nvPr/>
      </p:nvGrpSpPr>
      <p:grpSpPr>
        <a:xfrm>
          <a:off x="0" y="0"/>
          <a:ext cx="0" cy="0"/>
          <a:chOff x="0" y="0"/>
          <a:chExt cx="0" cy="0"/>
        </a:xfrm>
      </p:grpSpPr>
      <p:sp>
        <p:nvSpPr>
          <p:cNvPr id="3" name="PlaceholderTitle">
            <a:extLst>
              <a:ext uri="{FF2B5EF4-FFF2-40B4-BE49-F238E27FC236}">
                <a16:creationId xmlns:a16="http://schemas.microsoft.com/office/drawing/2014/main" id="{0960C694-3889-4100-9E7C-89DFCEDE13A8}"/>
              </a:ext>
            </a:extLst>
          </p:cNvPr>
          <p:cNvSpPr>
            <a:spLocks noGrp="1"/>
          </p:cNvSpPr>
          <p:nvPr>
            <p:ph type="title" idx="10" hasCustomPrompt="1"/>
          </p:nvPr>
        </p:nvSpPr>
        <p:spPr>
          <a:xfrm>
            <a:off x="475488" y="1179576"/>
            <a:ext cx="5358384" cy="2295144"/>
          </a:xfrm>
        </p:spPr>
        <p:txBody>
          <a:bodyPr vert="horz" wrap="square" lIns="0" tIns="0" rIns="0" bIns="0" anchor="b">
            <a:noAutofit/>
          </a:bodyPr>
          <a:lstStyle>
            <a:lvl1pPr algn="l">
              <a:spcBef>
                <a:spcPct val="9500"/>
              </a:spcBef>
              <a:buFontTx/>
              <a:buNone/>
              <a:defRPr sz="3600" b="0" i="0">
                <a:solidFill>
                  <a:schemeClr val="tx2"/>
                </a:solidFill>
                <a:latin typeface="Arial" panose="020B0604020202020204" pitchFamily="34" charset="0"/>
              </a:defRPr>
            </a:lvl1pPr>
          </a:lstStyle>
          <a:p>
            <a:r>
              <a:rPr lang="en-US"/>
              <a:t>[Presentation title]</a:t>
            </a:r>
          </a:p>
        </p:txBody>
      </p:sp>
      <p:sp>
        <p:nvSpPr>
          <p:cNvPr id="4" name="PlaceholderSubtitle">
            <a:extLst>
              <a:ext uri="{FF2B5EF4-FFF2-40B4-BE49-F238E27FC236}">
                <a16:creationId xmlns:a16="http://schemas.microsoft.com/office/drawing/2014/main" id="{47281CCD-2DC3-4388-B78C-F95EFD5D95A0}"/>
              </a:ext>
            </a:extLst>
          </p:cNvPr>
          <p:cNvSpPr>
            <a:spLocks noGrp="1"/>
          </p:cNvSpPr>
          <p:nvPr>
            <p:ph type="subTitle" idx="11" hasCustomPrompt="1"/>
          </p:nvPr>
        </p:nvSpPr>
        <p:spPr>
          <a:xfrm>
            <a:off x="475488" y="3703320"/>
            <a:ext cx="1563624" cy="585216"/>
          </a:xfrm>
        </p:spPr>
        <p:txBody>
          <a:bodyPr vert="horz" wrap="none" lIns="0" tIns="0" rIns="0" bIns="0" anchor="t">
            <a:noAutofit/>
          </a:bodyPr>
          <a:lstStyle>
            <a:lvl1pPr marL="0" indent="0" algn="l">
              <a:spcBef>
                <a:spcPts val="10"/>
              </a:spcBef>
              <a:buFontTx/>
              <a:buNone/>
              <a:defRPr sz="18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Event name/subtitle</a:t>
            </a:r>
          </a:p>
        </p:txBody>
      </p:sp>
      <p:sp>
        <p:nvSpPr>
          <p:cNvPr id="5" name="CoverPageDateText">
            <a:extLst>
              <a:ext uri="{FF2B5EF4-FFF2-40B4-BE49-F238E27FC236}">
                <a16:creationId xmlns:a16="http://schemas.microsoft.com/office/drawing/2014/main" id="{E1958197-2F8D-4E4B-8125-96AE10B2E7B2}"/>
              </a:ext>
            </a:extLst>
          </p:cNvPr>
          <p:cNvSpPr>
            <a:spLocks noGrp="1"/>
          </p:cNvSpPr>
          <p:nvPr>
            <p:ph type="body" sz="quarter" idx="12" hasCustomPrompt="1"/>
          </p:nvPr>
        </p:nvSpPr>
        <p:spPr>
          <a:xfrm>
            <a:off x="2304288" y="7424928"/>
            <a:ext cx="3008376" cy="219456"/>
          </a:xfrm>
          <a:prstGeom prst="rect">
            <a:avLst/>
          </a:prstGeom>
        </p:spPr>
        <p:txBody>
          <a:bodyPr vert="horz" wrap="none" lIns="0" tIns="0" rIns="0" bIns="45720" anchor="b">
            <a:noAutofit/>
          </a:bodyPr>
          <a:lstStyle>
            <a:lvl1pPr marL="3175" indent="0" algn="l">
              <a:spcBef>
                <a:spcPts val="10"/>
              </a:spcBef>
              <a:buFontTx/>
              <a:buNone/>
              <a:defRPr sz="1000" b="0" i="0">
                <a:solidFill>
                  <a:schemeClr val="tx2"/>
                </a:solidFill>
                <a:latin typeface="Arial" panose="020B0604020202020204" pitchFamily="34" charset="0"/>
              </a:defRPr>
            </a:lvl1pPr>
            <a:lvl2pPr marL="27432" indent="0" algn="l">
              <a:buFontTx/>
              <a:buNone/>
              <a:defRPr sz="1000" b="0" i="0">
                <a:solidFill>
                  <a:schemeClr val="tx2"/>
                </a:solidFill>
                <a:latin typeface="Arial" panose="020B0604020202020204" pitchFamily="34" charset="0"/>
              </a:defRPr>
            </a:lvl2pPr>
            <a:lvl3pPr marL="173736" indent="0" algn="l">
              <a:buFontTx/>
              <a:buNone/>
              <a:defRPr sz="1000" b="0" i="0">
                <a:solidFill>
                  <a:schemeClr val="tx2"/>
                </a:solidFill>
                <a:latin typeface="Arial" panose="020B0604020202020204" pitchFamily="34" charset="0"/>
              </a:defRPr>
            </a:lvl3pPr>
            <a:lvl4pPr marL="338328" indent="0" algn="l">
              <a:buFontTx/>
              <a:buNone/>
              <a:defRPr sz="1000" b="0" i="0">
                <a:solidFill>
                  <a:schemeClr val="tx2"/>
                </a:solidFill>
                <a:latin typeface="Arial" panose="020B0604020202020204" pitchFamily="34" charset="0"/>
              </a:defRPr>
            </a:lvl4pPr>
            <a:lvl5pPr marL="502920" indent="0" algn="l">
              <a:buFontTx/>
              <a:buNone/>
              <a:defRPr sz="1000" b="0" i="0">
                <a:solidFill>
                  <a:schemeClr val="tx2"/>
                </a:solidFill>
                <a:latin typeface="Arial" panose="020B0604020202020204" pitchFamily="34" charset="0"/>
              </a:defRPr>
            </a:lvl5pPr>
          </a:lstStyle>
          <a:p>
            <a:pPr lvl="0"/>
            <a:r>
              <a:rPr lang="en-US"/>
              <a:t>| March 2021</a:t>
            </a:r>
          </a:p>
        </p:txBody>
      </p:sp>
      <p:pic>
        <p:nvPicPr>
          <p:cNvPr id="7" name="BrandLogo">
            <a:extLst>
              <a:ext uri="{FF2B5EF4-FFF2-40B4-BE49-F238E27FC236}">
                <a16:creationId xmlns:a16="http://schemas.microsoft.com/office/drawing/2014/main" id="{701834F5-34FF-4529-B229-C846901DF9A6}"/>
              </a:ext>
            </a:extLst>
          </p:cNvPr>
          <p:cNvPicPr>
            <a:picLocks/>
          </p:cNvPicPr>
          <p:nvPr userDrawn="1">
            <p:custDataLst>
              <p:tags r:id="rId1"/>
            </p:custDataLst>
          </p:nvPr>
        </p:nvPicPr>
        <p:blipFill>
          <a:blip r:embed="rId3"/>
          <a:stretch>
            <a:fillRect/>
          </a:stretch>
        </p:blipFill>
        <p:spPr>
          <a:xfrm>
            <a:off x="484632" y="475488"/>
            <a:ext cx="1591056" cy="320040"/>
          </a:xfrm>
          <a:prstGeom prst="rect">
            <a:avLst/>
          </a:prstGeom>
        </p:spPr>
      </p:pic>
      <p:sp>
        <p:nvSpPr>
          <p:cNvPr id="8" name="CoverGraphic">
            <a:extLst>
              <a:ext uri="{FF2B5EF4-FFF2-40B4-BE49-F238E27FC236}">
                <a16:creationId xmlns:a16="http://schemas.microsoft.com/office/drawing/2014/main" id="{C0864357-7C9A-46BB-AF51-D5F791E05C6C}"/>
              </a:ext>
            </a:extLst>
          </p:cNvPr>
          <p:cNvSpPr>
            <a:spLocks noGrp="1"/>
          </p:cNvSpPr>
          <p:nvPr>
            <p:ph type="pic" sz="quarter" idx="13"/>
          </p:nvPr>
        </p:nvSpPr>
        <p:spPr>
          <a:xfrm>
            <a:off x="6620256" y="0"/>
            <a:ext cx="3429000" cy="7772400"/>
          </a:xfrm>
          <a:prstGeom prst="rect">
            <a:avLst/>
          </a:prstGeom>
        </p:spPr>
        <p:txBody>
          <a:bodyPr vert="horz" wrap="square" lIns="0" tIns="36576" rIns="36576" bIns="36576" anchor="t">
            <a:noAutofit/>
          </a:bodyPr>
          <a:lstStyle>
            <a:lvl1pPr marL="3175" indent="0" algn="r">
              <a:buFontTx/>
              <a:buNone/>
              <a:defRPr sz="1100" b="0" i="0">
                <a:solidFill>
                  <a:schemeClr val="bg2"/>
                </a:solidFill>
              </a:defRPr>
            </a:lvl1pPr>
          </a:lstStyle>
          <a:p>
            <a:r>
              <a:rPr lang="en-US"/>
              <a:t>Click icon to add picture</a:t>
            </a:r>
          </a:p>
        </p:txBody>
      </p:sp>
      <p:sp>
        <p:nvSpPr>
          <p:cNvPr id="9" name="GradientBar">
            <a:extLst>
              <a:ext uri="{FF2B5EF4-FFF2-40B4-BE49-F238E27FC236}">
                <a16:creationId xmlns:a16="http://schemas.microsoft.com/office/drawing/2014/main" id="{7DD3431A-7C90-473A-8E56-6F19309B7A3B}"/>
              </a:ext>
            </a:extLst>
          </p:cNvPr>
          <p:cNvSpPr txBox="1"/>
          <p:nvPr userDrawn="1"/>
        </p:nvSpPr>
        <p:spPr>
          <a:xfrm>
            <a:off x="6510528" y="0"/>
            <a:ext cx="109728" cy="7772400"/>
          </a:xfrm>
          <a:prstGeom prst="rect">
            <a:avLst/>
          </a:prstGeom>
          <a:gradFill flip="none" rotWithShape="1">
            <a:gsLst>
              <a:gs pos="50000">
                <a:schemeClr val="lt2">
                  <a:lumMod val="100000"/>
                </a:schemeClr>
              </a:gs>
              <a:gs pos="0">
                <a:srgbClr val="005FB8"/>
              </a:gs>
              <a:gs pos="100000">
                <a:srgbClr val="005FB8"/>
              </a:gs>
            </a:gsLst>
            <a:lin ang="5400000" scaled="1"/>
            <a:tileRect/>
          </a:gradFill>
        </p:spPr>
        <p:txBody>
          <a:bodyPr vert="horz" wrap="square" lIns="0" tIns="0" rIns="0" bIns="0" rtlCol="0" anchor="t">
            <a:noAutofit/>
          </a:bodyPr>
          <a:lstStyle/>
          <a:p>
            <a:pPr algn="r">
              <a:lnSpc>
                <a:spcPct val="110000"/>
              </a:lnSpc>
            </a:pPr>
            <a:endParaRPr lang="en-US" sz="1200" b="0" i="0" dirty="0">
              <a:solidFill>
                <a:schemeClr val="tx2"/>
              </a:solidFill>
              <a:latin typeface="+mn-lt"/>
            </a:endParaRPr>
          </a:p>
        </p:txBody>
      </p:sp>
      <p:sp>
        <p:nvSpPr>
          <p:cNvPr id="10" name="ConfidentialInternal">
            <a:extLst>
              <a:ext uri="{FF2B5EF4-FFF2-40B4-BE49-F238E27FC236}">
                <a16:creationId xmlns:a16="http://schemas.microsoft.com/office/drawing/2014/main" id="{5ECC0CF5-FBB6-48C9-8552-44ED2234FDEE}"/>
              </a:ext>
            </a:extLst>
          </p:cNvPr>
          <p:cNvSpPr txBox="1"/>
          <p:nvPr userDrawn="1"/>
        </p:nvSpPr>
        <p:spPr>
          <a:xfrm>
            <a:off x="475488" y="7442085"/>
            <a:ext cx="65" cy="202299"/>
          </a:xfrm>
          <a:prstGeom prst="rect">
            <a:avLst/>
          </a:prstGeom>
          <a:noFill/>
        </p:spPr>
        <p:txBody>
          <a:bodyPr vert="horz" wrap="none" lIns="0" tIns="0" rIns="0" bIns="45720" rtlCol="0" anchor="b">
            <a:spAutoFit/>
          </a:bodyPr>
          <a:lstStyle/>
          <a:p>
            <a:pPr algn="l">
              <a:lnSpc>
                <a:spcPct val="110000"/>
              </a:lnSpc>
            </a:pPr>
            <a:endParaRPr lang="en-US" sz="1000" b="0" i="0" dirty="0">
              <a:solidFill>
                <a:schemeClr val="tx2"/>
              </a:solidFill>
              <a:latin typeface="Arial" panose="020B0604020202020204" pitchFamily="34" charset="0"/>
            </a:endParaRPr>
          </a:p>
        </p:txBody>
      </p:sp>
    </p:spTree>
    <p:extLst>
      <p:ext uri="{BB962C8B-B14F-4D97-AF65-F5344CB8AC3E}">
        <p14:creationId xmlns:p14="http://schemas.microsoft.com/office/powerpoint/2010/main" val="1600299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ustom Cover 1">
    <p:spTree>
      <p:nvGrpSpPr>
        <p:cNvPr id="1" name=""/>
        <p:cNvGrpSpPr/>
        <p:nvPr/>
      </p:nvGrpSpPr>
      <p:grpSpPr>
        <a:xfrm>
          <a:off x="0" y="0"/>
          <a:ext cx="0" cy="0"/>
          <a:chOff x="0" y="0"/>
          <a:chExt cx="0" cy="0"/>
        </a:xfrm>
      </p:grpSpPr>
      <p:sp>
        <p:nvSpPr>
          <p:cNvPr id="3" name="ConfidentialInternal">
            <a:extLst>
              <a:ext uri="{FF2B5EF4-FFF2-40B4-BE49-F238E27FC236}">
                <a16:creationId xmlns:a16="http://schemas.microsoft.com/office/drawing/2014/main" id="{7FC86D1A-CD43-4436-8D93-935122C75FC4}"/>
              </a:ext>
            </a:extLst>
          </p:cNvPr>
          <p:cNvSpPr txBox="1"/>
          <p:nvPr userDrawn="1"/>
        </p:nvSpPr>
        <p:spPr>
          <a:xfrm>
            <a:off x="1444752" y="6665976"/>
            <a:ext cx="7178040" cy="182880"/>
          </a:xfrm>
          <a:prstGeom prst="rect">
            <a:avLst/>
          </a:prstGeom>
          <a:noFill/>
        </p:spPr>
        <p:txBody>
          <a:bodyPr vert="horz" wrap="none" lIns="0" tIns="0" rIns="0" bIns="0" rtlCol="0" anchor="ctr">
            <a:noAutofit/>
          </a:bodyPr>
          <a:lstStyle/>
          <a:p>
            <a:pPr algn="ctr">
              <a:lnSpc>
                <a:spcPct val="110000"/>
              </a:lnSpc>
            </a:pPr>
            <a:endParaRPr lang="en-US" sz="800" b="0" i="0" cap="all" spc="210" dirty="0">
              <a:solidFill>
                <a:schemeClr val="tx2"/>
              </a:solidFill>
              <a:latin typeface="Arial" panose="020B0604020202020204" pitchFamily="34" charset="0"/>
            </a:endParaRPr>
          </a:p>
        </p:txBody>
      </p:sp>
      <p:sp>
        <p:nvSpPr>
          <p:cNvPr id="4" name="Freeform 8">
            <a:extLst>
              <a:ext uri="{FF2B5EF4-FFF2-40B4-BE49-F238E27FC236}">
                <a16:creationId xmlns:a16="http://schemas.microsoft.com/office/drawing/2014/main" id="{003F48CE-8EF1-4638-8FFC-7505868D5A9A}"/>
              </a:ext>
            </a:extLst>
          </p:cNvPr>
          <p:cNvSpPr>
            <a:spLocks noGrp="1"/>
          </p:cNvSpPr>
          <p:nvPr>
            <p:ph type="pic" idx="10"/>
          </p:nvPr>
        </p:nvSpPr>
        <p:spPr>
          <a:xfrm>
            <a:off x="0" y="0"/>
            <a:ext cx="10058400" cy="7772400"/>
          </a:xfrm>
        </p:spPr>
        <p:txBody>
          <a:bodyPr/>
          <a:lstStyle>
            <a:lvl1pPr marL="3175" indent="0">
              <a:buFontTx/>
              <a:buNone/>
              <a:defRPr/>
            </a:lvl1pPr>
          </a:lstStyle>
          <a:p>
            <a:r>
              <a:rPr lang="en-US"/>
              <a:t>Click icon to add picture</a:t>
            </a:r>
          </a:p>
        </p:txBody>
      </p:sp>
      <p:sp>
        <p:nvSpPr>
          <p:cNvPr id="5" name="Rectangle 7">
            <a:extLst>
              <a:ext uri="{FF2B5EF4-FFF2-40B4-BE49-F238E27FC236}">
                <a16:creationId xmlns:a16="http://schemas.microsoft.com/office/drawing/2014/main" id="{C515BB3E-BB7E-4B27-9AF0-54A69AD4AC0B}"/>
              </a:ext>
            </a:extLst>
          </p:cNvPr>
          <p:cNvSpPr>
            <a:spLocks noGrp="1"/>
          </p:cNvSpPr>
          <p:nvPr>
            <p:ph type="body" sz="quarter" idx="11" hasCustomPrompt="1"/>
          </p:nvPr>
        </p:nvSpPr>
        <p:spPr>
          <a:xfrm>
            <a:off x="0" y="2715768"/>
            <a:ext cx="8997696" cy="1124712"/>
          </a:xfrm>
          <a:prstGeom prst="rect">
            <a:avLst/>
          </a:prstGeom>
          <a:solidFill>
            <a:srgbClr val="FFFFFF">
              <a:alpha val="80000"/>
            </a:srgbClr>
          </a:solidFill>
        </p:spPr>
        <p:txBody>
          <a:bodyPr/>
          <a:lstStyle>
            <a:lvl1pPr marL="3175" indent="0">
              <a:buFontTx/>
              <a:buNone/>
              <a:defRPr/>
            </a:lvl1pPr>
            <a:lvl2pPr marL="27432" indent="0">
              <a:buFontTx/>
              <a:buNone/>
              <a:defRPr/>
            </a:lvl2pPr>
            <a:lvl3pPr marL="173736" indent="0">
              <a:buFontTx/>
              <a:buNone/>
              <a:defRPr/>
            </a:lvl3pPr>
            <a:lvl4pPr marL="338328" indent="0">
              <a:buFontTx/>
              <a:buNone/>
              <a:defRPr/>
            </a:lvl4pPr>
            <a:lvl5pPr marL="502920" indent="0">
              <a:buFontTx/>
              <a:buNone/>
              <a:defRPr/>
            </a:lvl5pPr>
          </a:lstStyle>
          <a:p>
            <a:pPr lvl="0"/>
            <a:r>
              <a:rPr lang="en-US"/>
              <a:t> </a:t>
            </a:r>
          </a:p>
        </p:txBody>
      </p:sp>
      <p:sp>
        <p:nvSpPr>
          <p:cNvPr id="6" name="Rectangle 4">
            <a:extLst>
              <a:ext uri="{FF2B5EF4-FFF2-40B4-BE49-F238E27FC236}">
                <a16:creationId xmlns:a16="http://schemas.microsoft.com/office/drawing/2014/main" id="{855E5C04-9FB6-497F-9F90-EA4B217BC4E5}"/>
              </a:ext>
            </a:extLst>
          </p:cNvPr>
          <p:cNvSpPr>
            <a:spLocks noGrp="1"/>
          </p:cNvSpPr>
          <p:nvPr>
            <p:ph type="body" sz="quarter" idx="12" hasCustomPrompt="1"/>
          </p:nvPr>
        </p:nvSpPr>
        <p:spPr>
          <a:xfrm>
            <a:off x="0" y="5760720"/>
            <a:ext cx="10067544" cy="1060704"/>
          </a:xfrm>
          <a:prstGeom prst="rect">
            <a:avLst/>
          </a:prstGeom>
          <a:solidFill>
            <a:srgbClr val="FFFFFF"/>
          </a:solidFill>
        </p:spPr>
        <p:txBody>
          <a:bodyPr vert="horz" wrap="none" lIns="0" tIns="0" rIns="0" bIns="0" anchor="ctr">
            <a:noAutofit/>
          </a:bodyPr>
          <a:lstStyle>
            <a:lvl1pPr marL="3175" indent="0" algn="l">
              <a:buFontTx/>
              <a:buNone/>
              <a:defRPr/>
            </a:lvl1pPr>
            <a:lvl2pPr marL="27432" indent="0">
              <a:buFontTx/>
              <a:buNone/>
              <a:defRPr/>
            </a:lvl2pPr>
            <a:lvl3pPr marL="173736" indent="0">
              <a:buFontTx/>
              <a:buNone/>
              <a:defRPr/>
            </a:lvl3pPr>
            <a:lvl4pPr marL="338328" indent="0">
              <a:buFontTx/>
              <a:buNone/>
              <a:defRPr/>
            </a:lvl4pPr>
            <a:lvl5pPr marL="502920" indent="0">
              <a:buFontTx/>
              <a:buNone/>
              <a:defRPr/>
            </a:lvl5pPr>
          </a:lstStyle>
          <a:p>
            <a:pPr lvl="0"/>
            <a:r>
              <a:rPr lang="en-US"/>
              <a:t> </a:t>
            </a:r>
          </a:p>
        </p:txBody>
      </p:sp>
      <p:sp>
        <p:nvSpPr>
          <p:cNvPr id="7" name="PlaceholderDate">
            <a:extLst>
              <a:ext uri="{FF2B5EF4-FFF2-40B4-BE49-F238E27FC236}">
                <a16:creationId xmlns:a16="http://schemas.microsoft.com/office/drawing/2014/main" id="{4F743778-2CDA-4A60-BE94-CBD7452B1408}"/>
              </a:ext>
            </a:extLst>
          </p:cNvPr>
          <p:cNvSpPr>
            <a:spLocks noGrp="1"/>
          </p:cNvSpPr>
          <p:nvPr>
            <p:ph type="body" sz="quarter" idx="13" hasCustomPrompt="1"/>
          </p:nvPr>
        </p:nvSpPr>
        <p:spPr>
          <a:xfrm>
            <a:off x="320040" y="3310128"/>
            <a:ext cx="8668511" cy="365760"/>
          </a:xfrm>
          <a:prstGeom prst="rect">
            <a:avLst/>
          </a:prstGeom>
        </p:spPr>
        <p:txBody>
          <a:bodyPr vert="horz" wrap="none" lIns="0" tIns="0" rIns="0" bIns="0" anchor="ctr">
            <a:noAutofit/>
          </a:bodyPr>
          <a:lstStyle>
            <a:lvl1pPr marL="3175" indent="0" algn="l">
              <a:lnSpc>
                <a:spcPct val="110000"/>
              </a:lnSpc>
              <a:spcBef>
                <a:spcPts val="0"/>
              </a:spcBef>
              <a:buFontTx/>
              <a:buNone/>
              <a:defRPr sz="1800" b="0" i="0">
                <a:solidFill>
                  <a:schemeClr val="tx2"/>
                </a:solidFill>
                <a:latin typeface="Arial" panose="020B0604020202020204" pitchFamily="34" charset="0"/>
              </a:defRPr>
            </a:lvl1pPr>
            <a:lvl2pPr marL="27432" indent="0" algn="l">
              <a:buFontTx/>
              <a:buNone/>
              <a:defRPr sz="1800" b="0" i="0">
                <a:solidFill>
                  <a:schemeClr val="tx2"/>
                </a:solidFill>
                <a:latin typeface="Arial" panose="020B0604020202020204" pitchFamily="34" charset="0"/>
              </a:defRPr>
            </a:lvl2pPr>
            <a:lvl3pPr marL="173736" indent="0" algn="l">
              <a:buFontTx/>
              <a:buNone/>
              <a:defRPr sz="1800" b="0" i="0">
                <a:solidFill>
                  <a:schemeClr val="tx2"/>
                </a:solidFill>
                <a:latin typeface="Arial" panose="020B0604020202020204" pitchFamily="34" charset="0"/>
              </a:defRPr>
            </a:lvl3pPr>
            <a:lvl4pPr marL="338328" indent="0" algn="l">
              <a:buFontTx/>
              <a:buNone/>
              <a:defRPr sz="1800" b="0" i="0">
                <a:solidFill>
                  <a:schemeClr val="tx2"/>
                </a:solidFill>
                <a:latin typeface="Arial" panose="020B0604020202020204" pitchFamily="34" charset="0"/>
              </a:defRPr>
            </a:lvl4pPr>
            <a:lvl5pPr marL="502920" indent="0" algn="l">
              <a:buFontTx/>
              <a:buNone/>
              <a:defRPr sz="1800" b="0" i="0">
                <a:solidFill>
                  <a:schemeClr val="tx2"/>
                </a:solidFill>
                <a:latin typeface="Arial" panose="020B0604020202020204" pitchFamily="34" charset="0"/>
              </a:defRPr>
            </a:lvl5pPr>
          </a:lstStyle>
          <a:p>
            <a:pPr lvl="0"/>
            <a:r>
              <a:rPr lang="en-US"/>
              <a:t>   [Date]</a:t>
            </a:r>
          </a:p>
        </p:txBody>
      </p:sp>
      <p:sp>
        <p:nvSpPr>
          <p:cNvPr id="8" name="PlaceholderTitle">
            <a:extLst>
              <a:ext uri="{FF2B5EF4-FFF2-40B4-BE49-F238E27FC236}">
                <a16:creationId xmlns:a16="http://schemas.microsoft.com/office/drawing/2014/main" id="{9D5B8BCC-B8EE-4C2D-A31B-CFE80E66AB59}"/>
              </a:ext>
            </a:extLst>
          </p:cNvPr>
          <p:cNvSpPr>
            <a:spLocks noGrp="1"/>
          </p:cNvSpPr>
          <p:nvPr>
            <p:ph type="title" idx="14" hasCustomPrompt="1"/>
          </p:nvPr>
        </p:nvSpPr>
        <p:spPr>
          <a:xfrm>
            <a:off x="320040" y="2926080"/>
            <a:ext cx="8668511" cy="399593"/>
          </a:xfrm>
        </p:spPr>
        <p:txBody>
          <a:bodyPr vert="horz" wrap="square" lIns="0" tIns="0" rIns="0" bIns="0" anchor="ctr">
            <a:noAutofit/>
          </a:bodyPr>
          <a:lstStyle>
            <a:lvl1pPr algn="l">
              <a:lnSpc>
                <a:spcPct val="110000"/>
              </a:lnSpc>
              <a:spcBef>
                <a:spcPct val="0"/>
              </a:spcBef>
              <a:buFontTx/>
              <a:buNone/>
              <a:defRPr sz="2000" b="0" i="0" cap="all" spc="300">
                <a:solidFill>
                  <a:schemeClr val="tx2"/>
                </a:solidFill>
                <a:latin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567410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ustom Cover 2">
    <p:spTree>
      <p:nvGrpSpPr>
        <p:cNvPr id="1" name=""/>
        <p:cNvGrpSpPr/>
        <p:nvPr/>
      </p:nvGrpSpPr>
      <p:grpSpPr>
        <a:xfrm>
          <a:off x="0" y="0"/>
          <a:ext cx="0" cy="0"/>
          <a:chOff x="0" y="0"/>
          <a:chExt cx="0" cy="0"/>
        </a:xfrm>
      </p:grpSpPr>
      <p:sp>
        <p:nvSpPr>
          <p:cNvPr id="3" name="ConfidentialInternal">
            <a:extLst>
              <a:ext uri="{FF2B5EF4-FFF2-40B4-BE49-F238E27FC236}">
                <a16:creationId xmlns:a16="http://schemas.microsoft.com/office/drawing/2014/main" id="{C5711186-AF76-47D6-9E75-448A6402E919}"/>
              </a:ext>
            </a:extLst>
          </p:cNvPr>
          <p:cNvSpPr txBox="1"/>
          <p:nvPr userDrawn="1"/>
        </p:nvSpPr>
        <p:spPr>
          <a:xfrm>
            <a:off x="1444752" y="6894576"/>
            <a:ext cx="7178040" cy="219456"/>
          </a:xfrm>
          <a:prstGeom prst="rect">
            <a:avLst/>
          </a:prstGeom>
          <a:noFill/>
        </p:spPr>
        <p:txBody>
          <a:bodyPr vert="horz" wrap="none" lIns="0" tIns="0" rIns="0" bIns="0" rtlCol="0" anchor="ctr">
            <a:noAutofit/>
          </a:bodyPr>
          <a:lstStyle/>
          <a:p>
            <a:pPr algn="ctr">
              <a:lnSpc>
                <a:spcPct val="110000"/>
              </a:lnSpc>
            </a:pPr>
            <a:endParaRPr lang="en-US" sz="800" b="0" i="0" cap="all" spc="210" dirty="0">
              <a:solidFill>
                <a:schemeClr val="tx2"/>
              </a:solidFill>
              <a:latin typeface="Arial" panose="020B0604020202020204" pitchFamily="34" charset="0"/>
            </a:endParaRPr>
          </a:p>
        </p:txBody>
      </p:sp>
      <p:sp>
        <p:nvSpPr>
          <p:cNvPr id="4" name="Freeform 8">
            <a:extLst>
              <a:ext uri="{FF2B5EF4-FFF2-40B4-BE49-F238E27FC236}">
                <a16:creationId xmlns:a16="http://schemas.microsoft.com/office/drawing/2014/main" id="{38050913-8526-4273-905F-8DBB997776B9}"/>
              </a:ext>
            </a:extLst>
          </p:cNvPr>
          <p:cNvSpPr>
            <a:spLocks noGrp="1"/>
          </p:cNvSpPr>
          <p:nvPr>
            <p:ph type="pic" idx="10" hasCustomPrompt="1"/>
          </p:nvPr>
        </p:nvSpPr>
        <p:spPr>
          <a:xfrm>
            <a:off x="224028" y="256032"/>
            <a:ext cx="9619489" cy="7251192"/>
          </a:xfrm>
        </p:spPr>
        <p:txBody>
          <a:bodyPr/>
          <a:lstStyle>
            <a:lvl1pPr marL="3175" indent="0">
              <a:buFontTx/>
              <a:buNone/>
              <a:defRPr/>
            </a:lvl1pPr>
          </a:lstStyle>
          <a:p>
            <a:r>
              <a:rPr lang="en-US"/>
              <a:t>Click on Insert Picture to add image</a:t>
            </a:r>
          </a:p>
        </p:txBody>
      </p:sp>
      <p:sp>
        <p:nvSpPr>
          <p:cNvPr id="5" name="Rectangle 6">
            <a:extLst>
              <a:ext uri="{FF2B5EF4-FFF2-40B4-BE49-F238E27FC236}">
                <a16:creationId xmlns:a16="http://schemas.microsoft.com/office/drawing/2014/main" id="{722687A4-CC6D-4495-B184-0CE91950E914}"/>
              </a:ext>
            </a:extLst>
          </p:cNvPr>
          <p:cNvSpPr>
            <a:spLocks noGrp="1"/>
          </p:cNvSpPr>
          <p:nvPr>
            <p:ph type="body" sz="quarter" idx="11" hasCustomPrompt="1"/>
          </p:nvPr>
        </p:nvSpPr>
        <p:spPr>
          <a:xfrm>
            <a:off x="228600" y="2971800"/>
            <a:ext cx="8997696" cy="1124712"/>
          </a:xfrm>
          <a:prstGeom prst="rect">
            <a:avLst/>
          </a:prstGeom>
          <a:solidFill>
            <a:srgbClr val="FFFFFF">
              <a:alpha val="80000"/>
            </a:srgbClr>
          </a:solidFill>
        </p:spPr>
        <p:txBody>
          <a:bodyPr/>
          <a:lstStyle>
            <a:lvl1pPr marL="3175" indent="0">
              <a:buFontTx/>
              <a:buNone/>
              <a:defRPr/>
            </a:lvl1pPr>
            <a:lvl2pPr marL="27432" indent="0">
              <a:buFontTx/>
              <a:buNone/>
              <a:defRPr/>
            </a:lvl2pPr>
            <a:lvl3pPr marL="173736" indent="0">
              <a:buFontTx/>
              <a:buNone/>
              <a:defRPr/>
            </a:lvl3pPr>
            <a:lvl4pPr marL="338328" indent="0">
              <a:buFontTx/>
              <a:buNone/>
              <a:defRPr/>
            </a:lvl4pPr>
            <a:lvl5pPr marL="502920" indent="0">
              <a:buFontTx/>
              <a:buNone/>
              <a:defRPr/>
            </a:lvl5pPr>
          </a:lstStyle>
          <a:p>
            <a:pPr lvl="0"/>
            <a:r>
              <a:rPr lang="en-US"/>
              <a:t> </a:t>
            </a:r>
          </a:p>
        </p:txBody>
      </p:sp>
      <p:sp>
        <p:nvSpPr>
          <p:cNvPr id="6" name="Rectangle 3">
            <a:extLst>
              <a:ext uri="{FF2B5EF4-FFF2-40B4-BE49-F238E27FC236}">
                <a16:creationId xmlns:a16="http://schemas.microsoft.com/office/drawing/2014/main" id="{F8302BFE-45A7-4381-B3D3-D38251B2DB81}"/>
              </a:ext>
            </a:extLst>
          </p:cNvPr>
          <p:cNvSpPr>
            <a:spLocks noGrp="1"/>
          </p:cNvSpPr>
          <p:nvPr>
            <p:ph type="body" sz="quarter" idx="12" hasCustomPrompt="1"/>
          </p:nvPr>
        </p:nvSpPr>
        <p:spPr>
          <a:xfrm>
            <a:off x="228600" y="6016752"/>
            <a:ext cx="9628632" cy="1060704"/>
          </a:xfrm>
          <a:prstGeom prst="rect">
            <a:avLst/>
          </a:prstGeom>
          <a:solidFill>
            <a:srgbClr val="FFFFFF"/>
          </a:solidFill>
        </p:spPr>
        <p:txBody>
          <a:bodyPr/>
          <a:lstStyle>
            <a:lvl1pPr marL="3175" indent="0">
              <a:buFontTx/>
              <a:buNone/>
              <a:defRPr/>
            </a:lvl1pPr>
            <a:lvl2pPr marL="27432" indent="0">
              <a:buFontTx/>
              <a:buNone/>
              <a:defRPr/>
            </a:lvl2pPr>
            <a:lvl3pPr marL="173736" indent="0">
              <a:buFontTx/>
              <a:buNone/>
              <a:defRPr/>
            </a:lvl3pPr>
            <a:lvl4pPr marL="338328" indent="0">
              <a:buFontTx/>
              <a:buNone/>
              <a:defRPr/>
            </a:lvl4pPr>
            <a:lvl5pPr marL="502920" indent="0">
              <a:buFontTx/>
              <a:buNone/>
              <a:defRPr/>
            </a:lvl5pPr>
          </a:lstStyle>
          <a:p>
            <a:pPr lvl="0"/>
            <a:r>
              <a:rPr lang="en-US"/>
              <a:t> </a:t>
            </a:r>
          </a:p>
        </p:txBody>
      </p:sp>
      <p:sp>
        <p:nvSpPr>
          <p:cNvPr id="7" name="PlaceholderDate">
            <a:extLst>
              <a:ext uri="{FF2B5EF4-FFF2-40B4-BE49-F238E27FC236}">
                <a16:creationId xmlns:a16="http://schemas.microsoft.com/office/drawing/2014/main" id="{E6A28A9C-4367-439B-8BED-8B4A79A9868F}"/>
              </a:ext>
            </a:extLst>
          </p:cNvPr>
          <p:cNvSpPr>
            <a:spLocks noGrp="1"/>
          </p:cNvSpPr>
          <p:nvPr>
            <p:ph type="body" sz="quarter" idx="13" hasCustomPrompt="1"/>
          </p:nvPr>
        </p:nvSpPr>
        <p:spPr>
          <a:xfrm>
            <a:off x="544982" y="3575304"/>
            <a:ext cx="8668511" cy="365760"/>
          </a:xfrm>
          <a:prstGeom prst="rect">
            <a:avLst/>
          </a:prstGeom>
        </p:spPr>
        <p:txBody>
          <a:bodyPr vert="horz" wrap="none" lIns="0" tIns="0" rIns="0" bIns="0" anchor="ctr">
            <a:noAutofit/>
          </a:bodyPr>
          <a:lstStyle>
            <a:lvl1pPr marL="3175" indent="0" algn="l">
              <a:lnSpc>
                <a:spcPct val="110000"/>
              </a:lnSpc>
              <a:spcBef>
                <a:spcPts val="0"/>
              </a:spcBef>
              <a:buFontTx/>
              <a:buNone/>
              <a:defRPr sz="1800" b="0" i="0">
                <a:solidFill>
                  <a:schemeClr val="tx2"/>
                </a:solidFill>
                <a:latin typeface="Arial" panose="020B0604020202020204" pitchFamily="34" charset="0"/>
              </a:defRPr>
            </a:lvl1pPr>
            <a:lvl2pPr marL="27432" indent="0" algn="l">
              <a:buFontTx/>
              <a:buNone/>
              <a:defRPr sz="1800" b="0" i="0">
                <a:solidFill>
                  <a:schemeClr val="tx2"/>
                </a:solidFill>
                <a:latin typeface="Arial" panose="020B0604020202020204" pitchFamily="34" charset="0"/>
              </a:defRPr>
            </a:lvl2pPr>
            <a:lvl3pPr marL="173736" indent="0" algn="l">
              <a:buFontTx/>
              <a:buNone/>
              <a:defRPr sz="1800" b="0" i="0">
                <a:solidFill>
                  <a:schemeClr val="tx2"/>
                </a:solidFill>
                <a:latin typeface="Arial" panose="020B0604020202020204" pitchFamily="34" charset="0"/>
              </a:defRPr>
            </a:lvl3pPr>
            <a:lvl4pPr marL="338328" indent="0" algn="l">
              <a:buFontTx/>
              <a:buNone/>
              <a:defRPr sz="1800" b="0" i="0">
                <a:solidFill>
                  <a:schemeClr val="tx2"/>
                </a:solidFill>
                <a:latin typeface="Arial" panose="020B0604020202020204" pitchFamily="34" charset="0"/>
              </a:defRPr>
            </a:lvl4pPr>
            <a:lvl5pPr marL="502920" indent="0" algn="l">
              <a:buFontTx/>
              <a:buNone/>
              <a:defRPr sz="1800" b="0" i="0">
                <a:solidFill>
                  <a:schemeClr val="tx2"/>
                </a:solidFill>
                <a:latin typeface="Arial" panose="020B0604020202020204" pitchFamily="34" charset="0"/>
              </a:defRPr>
            </a:lvl5pPr>
          </a:lstStyle>
          <a:p>
            <a:pPr lvl="0"/>
            <a:r>
              <a:rPr lang="en-US"/>
              <a:t>   [Date]</a:t>
            </a:r>
          </a:p>
        </p:txBody>
      </p:sp>
      <p:sp>
        <p:nvSpPr>
          <p:cNvPr id="8" name="PlaceholderTitle">
            <a:extLst>
              <a:ext uri="{FF2B5EF4-FFF2-40B4-BE49-F238E27FC236}">
                <a16:creationId xmlns:a16="http://schemas.microsoft.com/office/drawing/2014/main" id="{87BE6A02-1AAA-42F8-933C-6F2182D379B0}"/>
              </a:ext>
            </a:extLst>
          </p:cNvPr>
          <p:cNvSpPr>
            <a:spLocks noGrp="1"/>
          </p:cNvSpPr>
          <p:nvPr>
            <p:ph type="title" idx="14" hasCustomPrompt="1"/>
          </p:nvPr>
        </p:nvSpPr>
        <p:spPr>
          <a:xfrm>
            <a:off x="544982" y="3181198"/>
            <a:ext cx="8668511" cy="399593"/>
          </a:xfrm>
        </p:spPr>
        <p:txBody>
          <a:bodyPr vert="horz" wrap="square" lIns="0" tIns="0" rIns="0" bIns="0" anchor="ctr">
            <a:noAutofit/>
          </a:bodyPr>
          <a:lstStyle>
            <a:lvl1pPr algn="l">
              <a:lnSpc>
                <a:spcPct val="110000"/>
              </a:lnSpc>
              <a:spcBef>
                <a:spcPct val="0"/>
              </a:spcBef>
              <a:buFontTx/>
              <a:buNone/>
              <a:defRPr sz="2000" b="0" i="0" cap="all" spc="300">
                <a:solidFill>
                  <a:schemeClr val="tx2"/>
                </a:solidFill>
                <a:latin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3640341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Slide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A6108-77B8-4695-BD87-A829EF2DA27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20452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AB2FD-3DAC-4AA8-A51B-844EC71842C1}"/>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94292EBD-72BE-4CDE-95E9-85C05C978BC7}"/>
              </a:ext>
            </a:extLst>
          </p:cNvPr>
          <p:cNvSpPr>
            <a:spLocks noGrp="1"/>
          </p:cNvSpPr>
          <p:nvPr>
            <p:ph idx="10"/>
          </p:nvPr>
        </p:nvSpPr>
        <p:spPr>
          <a:xfrm>
            <a:off x="475488" y="2103120"/>
            <a:ext cx="9107424" cy="44805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ageSubtitle">
            <a:extLst>
              <a:ext uri="{FF2B5EF4-FFF2-40B4-BE49-F238E27FC236}">
                <a16:creationId xmlns:a16="http://schemas.microsoft.com/office/drawing/2014/main" id="{2A212D6C-A056-4FDF-9076-7B339C9C566E}"/>
              </a:ext>
            </a:extLst>
          </p:cNvPr>
          <p:cNvSpPr>
            <a:spLocks noGrp="1"/>
          </p:cNvSpPr>
          <p:nvPr>
            <p:ph type="subTitle" sz="quarter" idx="11"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2760431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B3F8D-8357-4C42-82BC-1419B015206E}"/>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E06CA842-E5B0-435F-8C7E-C9141E73B099}"/>
              </a:ext>
            </a:extLst>
          </p:cNvPr>
          <p:cNvSpPr>
            <a:spLocks noGrp="1"/>
          </p:cNvSpPr>
          <p:nvPr>
            <p:ph type="body" idx="10"/>
          </p:nvPr>
        </p:nvSpPr>
        <p:spPr>
          <a:xfrm>
            <a:off x="475488" y="1801368"/>
            <a:ext cx="9107424" cy="4791456"/>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943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051E-C17A-4E25-9BDA-868695B3589B}"/>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CC3F436B-F322-4174-9F0C-CC64325922F3}"/>
              </a:ext>
            </a:extLst>
          </p:cNvPr>
          <p:cNvSpPr>
            <a:spLocks noGrp="1"/>
          </p:cNvSpPr>
          <p:nvPr>
            <p:ph idx="10"/>
          </p:nvPr>
        </p:nvSpPr>
        <p:spPr>
          <a:xfrm>
            <a:off x="475488" y="2103120"/>
            <a:ext cx="4279392" cy="44805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DC2D919C-74D3-4C52-9983-B9C1E1A373AD}"/>
              </a:ext>
            </a:extLst>
          </p:cNvPr>
          <p:cNvSpPr>
            <a:spLocks noGrp="1"/>
          </p:cNvSpPr>
          <p:nvPr>
            <p:ph sz="quarter" idx="11"/>
          </p:nvPr>
        </p:nvSpPr>
        <p:spPr>
          <a:xfrm>
            <a:off x="5303520" y="2103120"/>
            <a:ext cx="4279392"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ageSubtitle">
            <a:extLst>
              <a:ext uri="{FF2B5EF4-FFF2-40B4-BE49-F238E27FC236}">
                <a16:creationId xmlns:a16="http://schemas.microsoft.com/office/drawing/2014/main" id="{3878E53E-80F5-4C90-9F69-885E67A45098}"/>
              </a:ext>
            </a:extLst>
          </p:cNvPr>
          <p:cNvSpPr>
            <a:spLocks noGrp="1"/>
          </p:cNvSpPr>
          <p:nvPr>
            <p:ph type="subTitle" sz="quarter" idx="12"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2728881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One Left Two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47E84-8A09-4FB0-9939-C4D4C2968734}"/>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2C6E6CBE-6E48-424D-AB78-112DD0CC4B75}"/>
              </a:ext>
            </a:extLst>
          </p:cNvPr>
          <p:cNvSpPr>
            <a:spLocks noGrp="1"/>
          </p:cNvSpPr>
          <p:nvPr>
            <p:ph idx="10"/>
          </p:nvPr>
        </p:nvSpPr>
        <p:spPr>
          <a:xfrm>
            <a:off x="475488" y="2103120"/>
            <a:ext cx="4279392" cy="44805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A7D707A6-0683-4BF5-8FB2-9395530B7E64}"/>
              </a:ext>
            </a:extLst>
          </p:cNvPr>
          <p:cNvSpPr>
            <a:spLocks noGrp="1"/>
          </p:cNvSpPr>
          <p:nvPr>
            <p:ph sz="quarter" idx="11"/>
          </p:nvPr>
        </p:nvSpPr>
        <p:spPr>
          <a:xfrm>
            <a:off x="5303520" y="2103120"/>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a:extLst>
              <a:ext uri="{FF2B5EF4-FFF2-40B4-BE49-F238E27FC236}">
                <a16:creationId xmlns:a16="http://schemas.microsoft.com/office/drawing/2014/main" id="{53B15A98-1E8D-482F-BEA5-3FBA8BC63610}"/>
              </a:ext>
            </a:extLst>
          </p:cNvPr>
          <p:cNvSpPr>
            <a:spLocks noGrp="1"/>
          </p:cNvSpPr>
          <p:nvPr>
            <p:ph sz="quarter" idx="12"/>
          </p:nvPr>
        </p:nvSpPr>
        <p:spPr>
          <a:xfrm>
            <a:off x="5303520" y="4617720"/>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a:extLst>
              <a:ext uri="{FF2B5EF4-FFF2-40B4-BE49-F238E27FC236}">
                <a16:creationId xmlns:a16="http://schemas.microsoft.com/office/drawing/2014/main" id="{E6369B21-C06C-4B74-98DB-6195AE7080BE}"/>
              </a:ext>
            </a:extLst>
          </p:cNvPr>
          <p:cNvSpPr>
            <a:spLocks noGrp="1"/>
          </p:cNvSpPr>
          <p:nvPr>
            <p:ph type="subTitle" sz="quarter" idx="13"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967185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wo Left On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7A8D9-91D7-4467-9678-9C214A128223}"/>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4216459F-6D1F-4DBA-86F5-45FDF43B6C54}"/>
              </a:ext>
            </a:extLst>
          </p:cNvPr>
          <p:cNvSpPr>
            <a:spLocks noGrp="1"/>
          </p:cNvSpPr>
          <p:nvPr>
            <p:ph idx="10"/>
          </p:nvPr>
        </p:nvSpPr>
        <p:spPr>
          <a:xfrm>
            <a:off x="475488" y="2103120"/>
            <a:ext cx="4279392"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4C47E81B-6391-4F31-9169-952986ADDA75}"/>
              </a:ext>
            </a:extLst>
          </p:cNvPr>
          <p:cNvSpPr>
            <a:spLocks noGrp="1"/>
          </p:cNvSpPr>
          <p:nvPr>
            <p:ph sz="quarter" idx="11"/>
          </p:nvPr>
        </p:nvSpPr>
        <p:spPr>
          <a:xfrm>
            <a:off x="475488" y="4617720"/>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a:extLst>
              <a:ext uri="{FF2B5EF4-FFF2-40B4-BE49-F238E27FC236}">
                <a16:creationId xmlns:a16="http://schemas.microsoft.com/office/drawing/2014/main" id="{245AF84D-6E7A-41E9-89C7-C380CCA475CC}"/>
              </a:ext>
            </a:extLst>
          </p:cNvPr>
          <p:cNvSpPr>
            <a:spLocks noGrp="1"/>
          </p:cNvSpPr>
          <p:nvPr>
            <p:ph sz="quarter" idx="12"/>
          </p:nvPr>
        </p:nvSpPr>
        <p:spPr>
          <a:xfrm>
            <a:off x="5303520" y="2103120"/>
            <a:ext cx="4279392"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a:extLst>
              <a:ext uri="{FF2B5EF4-FFF2-40B4-BE49-F238E27FC236}">
                <a16:creationId xmlns:a16="http://schemas.microsoft.com/office/drawing/2014/main" id="{DF84A8D6-CD5E-4FF5-BF3F-FC144C8F1B2A}"/>
              </a:ext>
            </a:extLst>
          </p:cNvPr>
          <p:cNvSpPr>
            <a:spLocks noGrp="1"/>
          </p:cNvSpPr>
          <p:nvPr>
            <p:ph type="subTitle" sz="quarter" idx="13"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6981397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89313-CDD5-4DFB-B2CA-A08CDCE25101}"/>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23F49736-8A2C-493E-9AA1-BE597C32FC7C}"/>
              </a:ext>
            </a:extLst>
          </p:cNvPr>
          <p:cNvSpPr>
            <a:spLocks noGrp="1"/>
          </p:cNvSpPr>
          <p:nvPr>
            <p:ph idx="10"/>
          </p:nvPr>
        </p:nvSpPr>
        <p:spPr>
          <a:xfrm>
            <a:off x="475488" y="2103120"/>
            <a:ext cx="4279392"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1E1AAEB5-0053-4B3B-9739-A0F7194B4E53}"/>
              </a:ext>
            </a:extLst>
          </p:cNvPr>
          <p:cNvSpPr>
            <a:spLocks noGrp="1"/>
          </p:cNvSpPr>
          <p:nvPr>
            <p:ph sz="quarter" idx="11"/>
          </p:nvPr>
        </p:nvSpPr>
        <p:spPr>
          <a:xfrm>
            <a:off x="475488" y="4617720"/>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a:extLst>
              <a:ext uri="{FF2B5EF4-FFF2-40B4-BE49-F238E27FC236}">
                <a16:creationId xmlns:a16="http://schemas.microsoft.com/office/drawing/2014/main" id="{1F58CE42-008B-4CCE-9BC2-104D7FBD27F9}"/>
              </a:ext>
            </a:extLst>
          </p:cNvPr>
          <p:cNvSpPr>
            <a:spLocks noGrp="1"/>
          </p:cNvSpPr>
          <p:nvPr>
            <p:ph sz="quarter" idx="12"/>
          </p:nvPr>
        </p:nvSpPr>
        <p:spPr>
          <a:xfrm>
            <a:off x="5303520" y="2103120"/>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4">
            <a:extLst>
              <a:ext uri="{FF2B5EF4-FFF2-40B4-BE49-F238E27FC236}">
                <a16:creationId xmlns:a16="http://schemas.microsoft.com/office/drawing/2014/main" id="{4FE90797-9CED-430D-AC0B-FF2375555621}"/>
              </a:ext>
            </a:extLst>
          </p:cNvPr>
          <p:cNvSpPr>
            <a:spLocks noGrp="1"/>
          </p:cNvSpPr>
          <p:nvPr>
            <p:ph sz="quarter" idx="13"/>
          </p:nvPr>
        </p:nvSpPr>
        <p:spPr>
          <a:xfrm>
            <a:off x="5303520" y="4617720"/>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ageSubtitle">
            <a:extLst>
              <a:ext uri="{FF2B5EF4-FFF2-40B4-BE49-F238E27FC236}">
                <a16:creationId xmlns:a16="http://schemas.microsoft.com/office/drawing/2014/main" id="{EF7FA56E-9A47-4E19-8DA3-9F67C9B4BCE9}"/>
              </a:ext>
            </a:extLst>
          </p:cNvPr>
          <p:cNvSpPr>
            <a:spLocks noGrp="1"/>
          </p:cNvSpPr>
          <p:nvPr>
            <p:ph type="subTitle" sz="quarter" idx="14"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38804012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One Top One Botto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B1A92-7BE7-4C23-9790-E963ACD03CC7}"/>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FE3CB7CC-541C-42FC-9516-83F9AFB8A1A8}"/>
              </a:ext>
            </a:extLst>
          </p:cNvPr>
          <p:cNvSpPr>
            <a:spLocks noGrp="1"/>
          </p:cNvSpPr>
          <p:nvPr>
            <p:ph idx="10"/>
          </p:nvPr>
        </p:nvSpPr>
        <p:spPr>
          <a:xfrm>
            <a:off x="475488" y="2103120"/>
            <a:ext cx="9107424"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0214FC56-CF35-4315-B1FF-3B74EA6425B9}"/>
              </a:ext>
            </a:extLst>
          </p:cNvPr>
          <p:cNvSpPr>
            <a:spLocks noGrp="1"/>
          </p:cNvSpPr>
          <p:nvPr>
            <p:ph sz="quarter" idx="11"/>
          </p:nvPr>
        </p:nvSpPr>
        <p:spPr>
          <a:xfrm>
            <a:off x="475488" y="4617720"/>
            <a:ext cx="9107424"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ageSubtitle">
            <a:extLst>
              <a:ext uri="{FF2B5EF4-FFF2-40B4-BE49-F238E27FC236}">
                <a16:creationId xmlns:a16="http://schemas.microsoft.com/office/drawing/2014/main" id="{5A9C6F99-CE1C-466C-AB46-BAED0450E98C}"/>
              </a:ext>
            </a:extLst>
          </p:cNvPr>
          <p:cNvSpPr>
            <a:spLocks noGrp="1"/>
          </p:cNvSpPr>
          <p:nvPr>
            <p:ph type="subTitle" sz="quarter" idx="12"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2833275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One Top Two Botto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7C952-B9BE-4223-8DE0-A9B7726C7DFB}"/>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2CA60DCF-749A-4402-811E-942C061D28F2}"/>
              </a:ext>
            </a:extLst>
          </p:cNvPr>
          <p:cNvSpPr>
            <a:spLocks noGrp="1"/>
          </p:cNvSpPr>
          <p:nvPr>
            <p:ph idx="10"/>
          </p:nvPr>
        </p:nvSpPr>
        <p:spPr>
          <a:xfrm>
            <a:off x="475488" y="2103120"/>
            <a:ext cx="9107424"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49EF5445-7DB5-47C7-BCDF-0EC62AF6FF1E}"/>
              </a:ext>
            </a:extLst>
          </p:cNvPr>
          <p:cNvSpPr>
            <a:spLocks noGrp="1"/>
          </p:cNvSpPr>
          <p:nvPr>
            <p:ph sz="quarter" idx="11"/>
          </p:nvPr>
        </p:nvSpPr>
        <p:spPr>
          <a:xfrm>
            <a:off x="475488" y="4617720"/>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a:extLst>
              <a:ext uri="{FF2B5EF4-FFF2-40B4-BE49-F238E27FC236}">
                <a16:creationId xmlns:a16="http://schemas.microsoft.com/office/drawing/2014/main" id="{8B562289-2602-4DA1-987E-C47DB5901343}"/>
              </a:ext>
            </a:extLst>
          </p:cNvPr>
          <p:cNvSpPr>
            <a:spLocks noGrp="1"/>
          </p:cNvSpPr>
          <p:nvPr>
            <p:ph sz="quarter" idx="12"/>
          </p:nvPr>
        </p:nvSpPr>
        <p:spPr>
          <a:xfrm>
            <a:off x="5303520" y="4617720"/>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a:extLst>
              <a:ext uri="{FF2B5EF4-FFF2-40B4-BE49-F238E27FC236}">
                <a16:creationId xmlns:a16="http://schemas.microsoft.com/office/drawing/2014/main" id="{07EB673E-AA86-41D9-BADD-DC76B1C9C2D6}"/>
              </a:ext>
            </a:extLst>
          </p:cNvPr>
          <p:cNvSpPr>
            <a:spLocks noGrp="1"/>
          </p:cNvSpPr>
          <p:nvPr>
            <p:ph type="subTitle" sz="quarter" idx="13"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30352239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wo Top One Botto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91CB4-B865-40A7-B1A3-CF5CA9311B99}"/>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481F39A4-B506-41FF-A7A7-E1C2371E5458}"/>
              </a:ext>
            </a:extLst>
          </p:cNvPr>
          <p:cNvSpPr>
            <a:spLocks noGrp="1"/>
          </p:cNvSpPr>
          <p:nvPr>
            <p:ph idx="10"/>
          </p:nvPr>
        </p:nvSpPr>
        <p:spPr>
          <a:xfrm>
            <a:off x="475488" y="2103120"/>
            <a:ext cx="4279392"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F0C6797A-E804-4C39-90CB-7AF3E1DBB55F}"/>
              </a:ext>
            </a:extLst>
          </p:cNvPr>
          <p:cNvSpPr>
            <a:spLocks noGrp="1"/>
          </p:cNvSpPr>
          <p:nvPr>
            <p:ph sz="quarter" idx="11"/>
          </p:nvPr>
        </p:nvSpPr>
        <p:spPr>
          <a:xfrm>
            <a:off x="5303520" y="2103120"/>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a:extLst>
              <a:ext uri="{FF2B5EF4-FFF2-40B4-BE49-F238E27FC236}">
                <a16:creationId xmlns:a16="http://schemas.microsoft.com/office/drawing/2014/main" id="{5D2E03BE-E1CF-4633-88AB-B44AE5E1B224}"/>
              </a:ext>
            </a:extLst>
          </p:cNvPr>
          <p:cNvSpPr>
            <a:spLocks noGrp="1"/>
          </p:cNvSpPr>
          <p:nvPr>
            <p:ph sz="quarter" idx="12"/>
          </p:nvPr>
        </p:nvSpPr>
        <p:spPr>
          <a:xfrm>
            <a:off x="475488" y="4617720"/>
            <a:ext cx="9107424"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a:extLst>
              <a:ext uri="{FF2B5EF4-FFF2-40B4-BE49-F238E27FC236}">
                <a16:creationId xmlns:a16="http://schemas.microsoft.com/office/drawing/2014/main" id="{A39EAE57-314B-4767-8DE1-B196BF7C53C3}"/>
              </a:ext>
            </a:extLst>
          </p:cNvPr>
          <p:cNvSpPr>
            <a:spLocks noGrp="1"/>
          </p:cNvSpPr>
          <p:nvPr>
            <p:ph type="subTitle" sz="quarter" idx="13"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7490928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C4B41-3839-43D5-96FD-242DB5ED840B}"/>
              </a:ext>
            </a:extLst>
          </p:cNvPr>
          <p:cNvSpPr>
            <a:spLocks noGrp="1"/>
          </p:cNvSpPr>
          <p:nvPr>
            <p:ph type="title"/>
          </p:nvPr>
        </p:nvSpPr>
        <p:spPr/>
        <p:txBody>
          <a:bodyPr/>
          <a:lstStyle/>
          <a:p>
            <a:r>
              <a:rPr lang="en-US"/>
              <a:t>Click to edit Master title style</a:t>
            </a:r>
          </a:p>
        </p:txBody>
      </p:sp>
      <p:sp>
        <p:nvSpPr>
          <p:cNvPr id="3" name="PageSubtitle">
            <a:extLst>
              <a:ext uri="{FF2B5EF4-FFF2-40B4-BE49-F238E27FC236}">
                <a16:creationId xmlns:a16="http://schemas.microsoft.com/office/drawing/2014/main" id="{A1C91DD4-18EB-40A4-A94B-A669029756D5}"/>
              </a:ext>
            </a:extLst>
          </p:cNvPr>
          <p:cNvSpPr>
            <a:spLocks noGrp="1"/>
          </p:cNvSpPr>
          <p:nvPr>
            <p:ph type="subTitle" idx="10" hasCustomPrompt="1"/>
          </p:nvPr>
        </p:nvSpPr>
        <p:spPr>
          <a:xfrm>
            <a:off x="475488" y="1325880"/>
            <a:ext cx="9107424" cy="365760"/>
          </a:xfr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26099186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883767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3" name="PlaceholderTitle">
            <a:extLst>
              <a:ext uri="{FF2B5EF4-FFF2-40B4-BE49-F238E27FC236}">
                <a16:creationId xmlns:a16="http://schemas.microsoft.com/office/drawing/2014/main" id="{3AFBF0D9-4E89-415F-9AB9-4826F67F5511}"/>
              </a:ext>
            </a:extLst>
          </p:cNvPr>
          <p:cNvSpPr>
            <a:spLocks noGrp="1"/>
          </p:cNvSpPr>
          <p:nvPr>
            <p:ph type="title" idx="10" hasCustomPrompt="1"/>
          </p:nvPr>
        </p:nvSpPr>
        <p:spPr>
          <a:xfrm>
            <a:off x="475488" y="2084832"/>
            <a:ext cx="5394960" cy="2121408"/>
          </a:xfrm>
        </p:spPr>
        <p:txBody>
          <a:bodyPr vert="horz" wrap="square" lIns="0" tIns="0" rIns="0" bIns="0" anchor="b">
            <a:noAutofit/>
          </a:bodyPr>
          <a:lstStyle>
            <a:lvl1pPr algn="l">
              <a:spcBef>
                <a:spcPct val="9500"/>
              </a:spcBef>
              <a:buFontTx/>
              <a:buNone/>
              <a:defRPr sz="3200" b="0" i="0">
                <a:solidFill>
                  <a:schemeClr val="tx2"/>
                </a:solidFill>
                <a:latin typeface="Arial" panose="020B0604020202020204" pitchFamily="34" charset="0"/>
              </a:defRPr>
            </a:lvl1pPr>
          </a:lstStyle>
          <a:p>
            <a:r>
              <a:rPr lang="en-US"/>
              <a:t>Section Divider Slide</a:t>
            </a:r>
          </a:p>
        </p:txBody>
      </p:sp>
      <p:sp>
        <p:nvSpPr>
          <p:cNvPr id="4" name="PlaceholderSubtitle">
            <a:extLst>
              <a:ext uri="{FF2B5EF4-FFF2-40B4-BE49-F238E27FC236}">
                <a16:creationId xmlns:a16="http://schemas.microsoft.com/office/drawing/2014/main" id="{F2889E20-AA4F-48DE-89F7-DC1FA0056DE8}"/>
              </a:ext>
            </a:extLst>
          </p:cNvPr>
          <p:cNvSpPr>
            <a:spLocks noGrp="1"/>
          </p:cNvSpPr>
          <p:nvPr>
            <p:ph type="subTitle" idx="11" hasCustomPrompt="1"/>
          </p:nvPr>
        </p:nvSpPr>
        <p:spPr>
          <a:xfrm>
            <a:off x="475488" y="4343400"/>
            <a:ext cx="5394960" cy="758952"/>
          </a:xfrm>
        </p:spPr>
        <p:txBody>
          <a:bodyPr vert="horz" wrap="none" lIns="0" tIns="0" rIns="0" bIns="0" anchor="t">
            <a:noAutofit/>
          </a:bodyPr>
          <a:lstStyle>
            <a:lvl1pPr marL="0" indent="0" algn="l">
              <a:spcBef>
                <a:spcPts val="10"/>
              </a:spcBef>
              <a:buFontTx/>
              <a:buNone/>
              <a:defRPr sz="18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add Section Divider subtitle</a:t>
            </a:r>
          </a:p>
        </p:txBody>
      </p:sp>
      <p:sp>
        <p:nvSpPr>
          <p:cNvPr id="7" name="CoverGraphicNoImage">
            <a:extLst>
              <a:ext uri="{FF2B5EF4-FFF2-40B4-BE49-F238E27FC236}">
                <a16:creationId xmlns:a16="http://schemas.microsoft.com/office/drawing/2014/main" id="{6031D548-F979-4FDD-9AC4-2AC9EB667496}"/>
              </a:ext>
            </a:extLst>
          </p:cNvPr>
          <p:cNvSpPr txBox="1"/>
          <p:nvPr userDrawn="1"/>
        </p:nvSpPr>
        <p:spPr>
          <a:xfrm>
            <a:off x="6620256" y="0"/>
            <a:ext cx="3429000" cy="7772400"/>
          </a:xfrm>
          <a:prstGeom prst="rect">
            <a:avLst/>
          </a:prstGeom>
          <a:solidFill>
            <a:srgbClr val="F5F7F8"/>
          </a:solidFill>
        </p:spPr>
        <p:txBody>
          <a:bodyPr vert="horz" wrap="square" lIns="0" tIns="0" rIns="0" bIns="0" rtlCol="0" anchor="t">
            <a:noAutofit/>
          </a:bodyPr>
          <a:lstStyle/>
          <a:p>
            <a:pPr algn="r">
              <a:lnSpc>
                <a:spcPct val="110000"/>
              </a:lnSpc>
            </a:pPr>
            <a:endParaRPr lang="en-US" sz="1200" b="0" i="0" dirty="0">
              <a:solidFill>
                <a:schemeClr val="tx2"/>
              </a:solidFill>
              <a:latin typeface="+mn-lt"/>
            </a:endParaRPr>
          </a:p>
        </p:txBody>
      </p:sp>
      <p:sp>
        <p:nvSpPr>
          <p:cNvPr id="8" name="GradientBar">
            <a:extLst>
              <a:ext uri="{FF2B5EF4-FFF2-40B4-BE49-F238E27FC236}">
                <a16:creationId xmlns:a16="http://schemas.microsoft.com/office/drawing/2014/main" id="{CB615F47-612B-4058-9F50-F0A848DDDD6A}"/>
              </a:ext>
            </a:extLst>
          </p:cNvPr>
          <p:cNvSpPr txBox="1"/>
          <p:nvPr userDrawn="1"/>
        </p:nvSpPr>
        <p:spPr>
          <a:xfrm>
            <a:off x="6510528" y="0"/>
            <a:ext cx="109728" cy="7772400"/>
          </a:xfrm>
          <a:prstGeom prst="rect">
            <a:avLst/>
          </a:prstGeom>
          <a:gradFill flip="none" rotWithShape="1">
            <a:gsLst>
              <a:gs pos="50000">
                <a:schemeClr val="lt2">
                  <a:lumMod val="100000"/>
                </a:schemeClr>
              </a:gs>
              <a:gs pos="0">
                <a:srgbClr val="005FB8"/>
              </a:gs>
              <a:gs pos="100000">
                <a:srgbClr val="005FB8"/>
              </a:gs>
            </a:gsLst>
            <a:lin ang="5400000" scaled="1"/>
            <a:tileRect/>
          </a:gradFill>
        </p:spPr>
        <p:txBody>
          <a:bodyPr vert="horz" wrap="square" lIns="0" tIns="0" rIns="0" bIns="0" rtlCol="0" anchor="t">
            <a:noAutofit/>
          </a:bodyPr>
          <a:lstStyle/>
          <a:p>
            <a:pPr algn="r">
              <a:lnSpc>
                <a:spcPct val="110000"/>
              </a:lnSpc>
            </a:pPr>
            <a:endParaRPr lang="en-US" sz="1200" b="0" i="0" dirty="0">
              <a:solidFill>
                <a:schemeClr val="tx2"/>
              </a:solidFill>
              <a:latin typeface="+mn-lt"/>
            </a:endParaRPr>
          </a:p>
        </p:txBody>
      </p:sp>
      <p:sp>
        <p:nvSpPr>
          <p:cNvPr id="9" name="SectionGraphic">
            <a:extLst>
              <a:ext uri="{FF2B5EF4-FFF2-40B4-BE49-F238E27FC236}">
                <a16:creationId xmlns:a16="http://schemas.microsoft.com/office/drawing/2014/main" id="{4079F7B1-7367-4370-90E8-D0C47780BB93}"/>
              </a:ext>
            </a:extLst>
          </p:cNvPr>
          <p:cNvSpPr>
            <a:spLocks noGrp="1"/>
          </p:cNvSpPr>
          <p:nvPr>
            <p:ph type="pic" sz="quarter" idx="12"/>
          </p:nvPr>
        </p:nvSpPr>
        <p:spPr>
          <a:xfrm>
            <a:off x="6620256" y="0"/>
            <a:ext cx="3438144" cy="7772400"/>
          </a:xfrm>
          <a:prstGeom prst="rect">
            <a:avLst/>
          </a:prstGeom>
        </p:spPr>
        <p:txBody>
          <a:bodyPr/>
          <a:lstStyle>
            <a:lvl1pPr marL="3175" indent="0">
              <a:buFontTx/>
              <a:buNone/>
              <a:defRPr/>
            </a:lvl1pPr>
          </a:lstStyle>
          <a:p>
            <a:r>
              <a:rPr lang="en-US"/>
              <a:t>Click icon to add picture</a:t>
            </a:r>
          </a:p>
        </p:txBody>
      </p:sp>
      <p:sp>
        <p:nvSpPr>
          <p:cNvPr id="2" name="Rectangle 1">
            <a:extLst>
              <a:ext uri="{FF2B5EF4-FFF2-40B4-BE49-F238E27FC236}">
                <a16:creationId xmlns:a16="http://schemas.microsoft.com/office/drawing/2014/main" id="{0679577B-AB9C-18E9-9D26-F8856708F136}"/>
              </a:ext>
            </a:extLst>
          </p:cNvPr>
          <p:cNvSpPr>
            <a:spLocks noChangeAspect="1"/>
          </p:cNvSpPr>
          <p:nvPr userDrawn="1">
            <p:custDataLst>
              <p:tags r:id="rId1"/>
            </p:custDataLst>
          </p:nvPr>
        </p:nvSpPr>
        <p:spPr>
          <a:xfrm>
            <a:off x="484632" y="475488"/>
            <a:ext cx="4078224" cy="274320"/>
          </a:xfrm>
          <a:prstGeom prst="rect">
            <a:avLst/>
          </a:prstGeom>
          <a:blipFill>
            <a:blip r:embed="rId3"/>
            <a:stretch>
              <a:fillRect/>
            </a:stretch>
          </a:blipFill>
          <a:ln w="9525" cap="flat" cmpd="sng" algn="ctr">
            <a:noFill/>
            <a:prstDash val="solid"/>
          </a:ln>
          <a:effectLst/>
          <a:extLst>
            <a:ext uri="{91240B29-F687-4F45-9708-019B960494DF}">
              <a14:hiddenLine xmlns:a14="http://schemas.microsoft.com/office/drawing/2010/main" w="9525" cap="flat" cmpd="sng" algn="ctr">
                <a:solidFill>
                  <a:schemeClr val="tx2"/>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US" sz="1200" dirty="0">
              <a:solidFill>
                <a:schemeClr val="tx2"/>
              </a:solidFill>
            </a:endParaRPr>
          </a:p>
        </p:txBody>
      </p:sp>
    </p:spTree>
    <p:extLst>
      <p:ext uri="{BB962C8B-B14F-4D97-AF65-F5344CB8AC3E}">
        <p14:creationId xmlns:p14="http://schemas.microsoft.com/office/powerpoint/2010/main" val="41799332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Section Header">
    <p:spTree>
      <p:nvGrpSpPr>
        <p:cNvPr id="1" name=""/>
        <p:cNvGrpSpPr/>
        <p:nvPr/>
      </p:nvGrpSpPr>
      <p:grpSpPr>
        <a:xfrm>
          <a:off x="0" y="0"/>
          <a:ext cx="0" cy="0"/>
          <a:chOff x="0" y="0"/>
          <a:chExt cx="0" cy="0"/>
        </a:xfrm>
      </p:grpSpPr>
      <p:sp>
        <p:nvSpPr>
          <p:cNvPr id="3" name="AgendaLabel">
            <a:extLst>
              <a:ext uri="{FF2B5EF4-FFF2-40B4-BE49-F238E27FC236}">
                <a16:creationId xmlns:a16="http://schemas.microsoft.com/office/drawing/2014/main" id="{425539B4-9F33-4960-926B-D64D33D78C69}"/>
              </a:ext>
            </a:extLst>
          </p:cNvPr>
          <p:cNvSpPr txBox="1"/>
          <p:nvPr userDrawn="1">
            <p:custDataLst>
              <p:tags r:id="rId1"/>
            </p:custDataLst>
          </p:nvPr>
        </p:nvSpPr>
        <p:spPr>
          <a:xfrm>
            <a:off x="475488" y="621792"/>
            <a:ext cx="9107424" cy="685800"/>
          </a:xfrm>
          <a:prstGeom prst="rect">
            <a:avLst/>
          </a:prstGeom>
          <a:noFill/>
        </p:spPr>
        <p:txBody>
          <a:bodyPr vert="horz" wrap="square" lIns="0" tIns="0" rIns="0" bIns="0" rtlCol="0" anchor="t">
            <a:noAutofit/>
          </a:bodyPr>
          <a:lstStyle/>
          <a:p>
            <a:pPr algn="l">
              <a:lnSpc>
                <a:spcPct val="110000"/>
              </a:lnSpc>
            </a:pPr>
            <a:r>
              <a:rPr lang="en-US" sz="2200" b="0" i="0" dirty="0">
                <a:solidFill>
                  <a:schemeClr val="tx2"/>
                </a:solidFill>
                <a:latin typeface="Arial" panose="020B0604020202020204" pitchFamily="34" charset="0"/>
              </a:rPr>
              <a:t>Agenda</a:t>
            </a:r>
          </a:p>
        </p:txBody>
      </p:sp>
      <p:sp>
        <p:nvSpPr>
          <p:cNvPr id="4" name="AgendaPage">
            <a:extLst>
              <a:ext uri="{FF2B5EF4-FFF2-40B4-BE49-F238E27FC236}">
                <a16:creationId xmlns:a16="http://schemas.microsoft.com/office/drawing/2014/main" id="{7EAED94C-7108-4016-8176-58A207D051EA}"/>
              </a:ext>
            </a:extLst>
          </p:cNvPr>
          <p:cNvSpPr txBox="1"/>
          <p:nvPr userDrawn="1">
            <p:custDataLst>
              <p:tags r:id="rId2"/>
            </p:custDataLst>
          </p:nvPr>
        </p:nvSpPr>
        <p:spPr>
          <a:xfrm>
            <a:off x="9193382" y="1673352"/>
            <a:ext cx="389529" cy="295337"/>
          </a:xfrm>
          <a:prstGeom prst="rect">
            <a:avLst/>
          </a:prstGeom>
          <a:noFill/>
        </p:spPr>
        <p:txBody>
          <a:bodyPr vert="horz" wrap="none" lIns="0" tIns="45720" rIns="0" bIns="45720" rtlCol="0" anchor="t">
            <a:spAutoFit/>
          </a:bodyPr>
          <a:lstStyle/>
          <a:p>
            <a:pPr algn="r">
              <a:lnSpc>
                <a:spcPct val="110000"/>
              </a:lnSpc>
            </a:pPr>
            <a:r>
              <a:rPr lang="en-US" sz="1300" b="0" i="0" dirty="0">
                <a:solidFill>
                  <a:schemeClr val="tx2"/>
                </a:solidFill>
                <a:latin typeface="Arial" panose="020B0604020202020204" pitchFamily="34" charset="0"/>
              </a:rPr>
              <a:t>Page</a:t>
            </a:r>
          </a:p>
        </p:txBody>
      </p:sp>
      <p:sp>
        <p:nvSpPr>
          <p:cNvPr id="5" name="AgendaTable">
            <a:extLst>
              <a:ext uri="{FF2B5EF4-FFF2-40B4-BE49-F238E27FC236}">
                <a16:creationId xmlns:a16="http://schemas.microsoft.com/office/drawing/2014/main" id="{C9CD8BA0-90AB-4624-B26B-BE1EC1606FBD}"/>
              </a:ext>
            </a:extLst>
          </p:cNvPr>
          <p:cNvSpPr>
            <a:spLocks noGrp="1"/>
          </p:cNvSpPr>
          <p:nvPr>
            <p:ph type="tbl" idx="10"/>
          </p:nvPr>
        </p:nvSpPr>
        <p:spPr>
          <a:xfrm>
            <a:off x="457200" y="2039112"/>
            <a:ext cx="9107424" cy="5029200"/>
          </a:xfrm>
        </p:spPr>
        <p:txBody>
          <a:bodyPr/>
          <a:lstStyle>
            <a:lvl1pPr marL="3175" indent="0">
              <a:buFontTx/>
              <a:buNone/>
              <a:defRPr sz="1300" b="0" i="0">
                <a:solidFill>
                  <a:schemeClr val="bg2"/>
                </a:solidFill>
                <a:latin typeface="Arial" panose="020B0604020202020204" pitchFamily="34" charset="0"/>
              </a:defRPr>
            </a:lvl1pPr>
          </a:lstStyle>
          <a:p>
            <a:r>
              <a:rPr lang="en-US"/>
              <a:t>Click icon to add table</a:t>
            </a:r>
          </a:p>
        </p:txBody>
      </p:sp>
    </p:spTree>
    <p:extLst>
      <p:ext uri="{BB962C8B-B14F-4D97-AF65-F5344CB8AC3E}">
        <p14:creationId xmlns:p14="http://schemas.microsoft.com/office/powerpoint/2010/main" val="2460299534"/>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Disclaim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7FC2-48C1-48E6-AB8D-2EED4C9F4F9B}"/>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1D0D1016-3033-4752-A8B2-CF2577142DB9}"/>
              </a:ext>
            </a:extLst>
          </p:cNvPr>
          <p:cNvSpPr>
            <a:spLocks noGrp="1"/>
          </p:cNvSpPr>
          <p:nvPr>
            <p:ph type="body" idx="10"/>
          </p:nvPr>
        </p:nvSpPr>
        <p:spPr>
          <a:xfrm>
            <a:off x="475488" y="1801368"/>
            <a:ext cx="9107424" cy="5029200"/>
          </a:xfrm>
        </p:spPr>
        <p:txBody>
          <a:bodyPr vert="horz" wrap="square" lIns="91440" tIns="36576" rIns="36576" bIns="36576" anchor="t">
            <a:noAutofit/>
          </a:bodyPr>
          <a:lstStyle>
            <a:lvl1pPr marL="3175" indent="0" algn="l">
              <a:lnSpc>
                <a:spcPct val="110000"/>
              </a:lnSpc>
              <a:spcBef>
                <a:spcPct val="0"/>
              </a:spcBef>
              <a:buFontTx/>
              <a:buNone/>
              <a:defRPr sz="1200" b="0" i="0">
                <a:solidFill>
                  <a:schemeClr val="tx2"/>
                </a:solidFill>
                <a:latin typeface="Arial" panose="020B0604020202020204" pitchFamily="34" charset="0"/>
              </a:defRPr>
            </a:lvl1pPr>
            <a:lvl2pPr marL="27432" indent="0" algn="l">
              <a:lnSpc>
                <a:spcPct val="110000"/>
              </a:lnSpc>
              <a:spcBef>
                <a:spcPct val="0"/>
              </a:spcBef>
              <a:buFontTx/>
              <a:buNone/>
              <a:defRPr sz="1200" b="0" i="0">
                <a:solidFill>
                  <a:schemeClr val="tx2"/>
                </a:solidFill>
                <a:latin typeface="Arial" panose="020B0604020202020204" pitchFamily="34" charset="0"/>
              </a:defRPr>
            </a:lvl2pPr>
            <a:lvl3pPr marL="173736" indent="0" algn="l">
              <a:lnSpc>
                <a:spcPct val="110000"/>
              </a:lnSpc>
              <a:spcBef>
                <a:spcPct val="0"/>
              </a:spcBef>
              <a:buFontTx/>
              <a:buNone/>
              <a:defRPr sz="1200" b="0" i="0">
                <a:solidFill>
                  <a:schemeClr val="tx2"/>
                </a:solidFill>
                <a:latin typeface="Arial" panose="020B0604020202020204" pitchFamily="34" charset="0"/>
              </a:defRPr>
            </a:lvl3pPr>
            <a:lvl4pPr marL="338328" indent="0" algn="l">
              <a:lnSpc>
                <a:spcPct val="110000"/>
              </a:lnSpc>
              <a:spcBef>
                <a:spcPct val="0"/>
              </a:spcBef>
              <a:buFontTx/>
              <a:buNone/>
              <a:defRPr sz="1200" b="0" i="0">
                <a:solidFill>
                  <a:schemeClr val="tx2"/>
                </a:solidFill>
                <a:latin typeface="Arial" panose="020B0604020202020204" pitchFamily="34" charset="0"/>
              </a:defRPr>
            </a:lvl4pPr>
            <a:lvl5pPr marL="502920" indent="0" algn="l">
              <a:lnSpc>
                <a:spcPct val="110000"/>
              </a:lnSpc>
              <a:spcBef>
                <a:spcPct val="0"/>
              </a:spcBef>
              <a:buFontTx/>
              <a:buNone/>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376929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hree Content Ta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A3275-637D-4D78-B80C-88930F4A1976}"/>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1430AF45-9BAB-4A3A-8031-658004C62152}"/>
              </a:ext>
            </a:extLst>
          </p:cNvPr>
          <p:cNvSpPr>
            <a:spLocks noGrp="1"/>
          </p:cNvSpPr>
          <p:nvPr>
            <p:ph idx="10"/>
          </p:nvPr>
        </p:nvSpPr>
        <p:spPr>
          <a:xfrm>
            <a:off x="475488" y="2103120"/>
            <a:ext cx="2852928" cy="44805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41A11A83-5227-4E9E-98E2-118B696733A2}"/>
              </a:ext>
            </a:extLst>
          </p:cNvPr>
          <p:cNvSpPr>
            <a:spLocks noGrp="1"/>
          </p:cNvSpPr>
          <p:nvPr>
            <p:ph sz="quarter" idx="11"/>
          </p:nvPr>
        </p:nvSpPr>
        <p:spPr>
          <a:xfrm>
            <a:off x="3602736" y="2103120"/>
            <a:ext cx="2852928"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a:extLst>
              <a:ext uri="{FF2B5EF4-FFF2-40B4-BE49-F238E27FC236}">
                <a16:creationId xmlns:a16="http://schemas.microsoft.com/office/drawing/2014/main" id="{0ADAA002-19BB-4414-BFBF-DC7CD96BBF6E}"/>
              </a:ext>
            </a:extLst>
          </p:cNvPr>
          <p:cNvSpPr>
            <a:spLocks noGrp="1"/>
          </p:cNvSpPr>
          <p:nvPr>
            <p:ph sz="quarter" idx="12"/>
          </p:nvPr>
        </p:nvSpPr>
        <p:spPr>
          <a:xfrm>
            <a:off x="6729984" y="2103120"/>
            <a:ext cx="2852928"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a:extLst>
              <a:ext uri="{FF2B5EF4-FFF2-40B4-BE49-F238E27FC236}">
                <a16:creationId xmlns:a16="http://schemas.microsoft.com/office/drawing/2014/main" id="{221352D9-F932-4D59-B504-2AC9B5929069}"/>
              </a:ext>
            </a:extLst>
          </p:cNvPr>
          <p:cNvSpPr>
            <a:spLocks noGrp="1"/>
          </p:cNvSpPr>
          <p:nvPr>
            <p:ph type="subTitle" sz="quarter" idx="13"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777265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hree Content W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DAB3C-529B-42C0-925C-4D56728D58D1}"/>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F1D018B6-2E53-42D6-A679-ED4528FAA4D5}"/>
              </a:ext>
            </a:extLst>
          </p:cNvPr>
          <p:cNvSpPr>
            <a:spLocks noGrp="1"/>
          </p:cNvSpPr>
          <p:nvPr>
            <p:ph idx="10"/>
          </p:nvPr>
        </p:nvSpPr>
        <p:spPr>
          <a:xfrm>
            <a:off x="475488" y="1920240"/>
            <a:ext cx="9107424" cy="1307592"/>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D2213909-B292-40EC-ACD2-D6FAEB44EF95}"/>
              </a:ext>
            </a:extLst>
          </p:cNvPr>
          <p:cNvSpPr>
            <a:spLocks noGrp="1"/>
          </p:cNvSpPr>
          <p:nvPr>
            <p:ph sz="quarter" idx="11"/>
          </p:nvPr>
        </p:nvSpPr>
        <p:spPr>
          <a:xfrm>
            <a:off x="475488" y="3593592"/>
            <a:ext cx="9107424"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a:extLst>
              <a:ext uri="{FF2B5EF4-FFF2-40B4-BE49-F238E27FC236}">
                <a16:creationId xmlns:a16="http://schemas.microsoft.com/office/drawing/2014/main" id="{E36948BC-27FA-4168-B8A5-4823D0B9269E}"/>
              </a:ext>
            </a:extLst>
          </p:cNvPr>
          <p:cNvSpPr>
            <a:spLocks noGrp="1"/>
          </p:cNvSpPr>
          <p:nvPr>
            <p:ph sz="quarter" idx="12"/>
          </p:nvPr>
        </p:nvSpPr>
        <p:spPr>
          <a:xfrm>
            <a:off x="475488" y="5276088"/>
            <a:ext cx="9107424"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a:extLst>
              <a:ext uri="{FF2B5EF4-FFF2-40B4-BE49-F238E27FC236}">
                <a16:creationId xmlns:a16="http://schemas.microsoft.com/office/drawing/2014/main" id="{35065D3B-9465-4B47-BA8C-C51D580608CF}"/>
              </a:ext>
            </a:extLst>
          </p:cNvPr>
          <p:cNvSpPr>
            <a:spLocks noGrp="1"/>
          </p:cNvSpPr>
          <p:nvPr>
            <p:ph type="subTitle" sz="quarter" idx="13"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3641506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Six Content 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6C0AA-07D2-436F-AA65-6325E07EF400}"/>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D67BCAF5-D652-468C-A5EF-18B9FE590516}"/>
              </a:ext>
            </a:extLst>
          </p:cNvPr>
          <p:cNvSpPr>
            <a:spLocks noGrp="1"/>
          </p:cNvSpPr>
          <p:nvPr>
            <p:ph idx="10"/>
          </p:nvPr>
        </p:nvSpPr>
        <p:spPr>
          <a:xfrm>
            <a:off x="475488" y="1920240"/>
            <a:ext cx="4279392" cy="1307592"/>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8179F21C-EE04-4E2B-81C1-44AE843BAD24}"/>
              </a:ext>
            </a:extLst>
          </p:cNvPr>
          <p:cNvSpPr>
            <a:spLocks noGrp="1"/>
          </p:cNvSpPr>
          <p:nvPr>
            <p:ph sz="quarter" idx="11"/>
          </p:nvPr>
        </p:nvSpPr>
        <p:spPr>
          <a:xfrm>
            <a:off x="475488" y="3593592"/>
            <a:ext cx="4279392"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a:extLst>
              <a:ext uri="{FF2B5EF4-FFF2-40B4-BE49-F238E27FC236}">
                <a16:creationId xmlns:a16="http://schemas.microsoft.com/office/drawing/2014/main" id="{024B2200-73B2-406F-BC75-652DE425E561}"/>
              </a:ext>
            </a:extLst>
          </p:cNvPr>
          <p:cNvSpPr>
            <a:spLocks noGrp="1"/>
          </p:cNvSpPr>
          <p:nvPr>
            <p:ph sz="quarter" idx="12"/>
          </p:nvPr>
        </p:nvSpPr>
        <p:spPr>
          <a:xfrm>
            <a:off x="475488" y="5276088"/>
            <a:ext cx="4279392"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4">
            <a:extLst>
              <a:ext uri="{FF2B5EF4-FFF2-40B4-BE49-F238E27FC236}">
                <a16:creationId xmlns:a16="http://schemas.microsoft.com/office/drawing/2014/main" id="{8CC4FFE1-6D6A-4DD8-B47C-DEB3F9AB1DC2}"/>
              </a:ext>
            </a:extLst>
          </p:cNvPr>
          <p:cNvSpPr>
            <a:spLocks noGrp="1"/>
          </p:cNvSpPr>
          <p:nvPr>
            <p:ph sz="quarter" idx="13"/>
          </p:nvPr>
        </p:nvSpPr>
        <p:spPr>
          <a:xfrm>
            <a:off x="5303520" y="1920240"/>
            <a:ext cx="4279392"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5">
            <a:extLst>
              <a:ext uri="{FF2B5EF4-FFF2-40B4-BE49-F238E27FC236}">
                <a16:creationId xmlns:a16="http://schemas.microsoft.com/office/drawing/2014/main" id="{2BA3A2FD-820B-4288-BC36-99E355900CF9}"/>
              </a:ext>
            </a:extLst>
          </p:cNvPr>
          <p:cNvSpPr>
            <a:spLocks noGrp="1"/>
          </p:cNvSpPr>
          <p:nvPr>
            <p:ph sz="quarter" idx="14"/>
          </p:nvPr>
        </p:nvSpPr>
        <p:spPr>
          <a:xfrm>
            <a:off x="5303520" y="3593592"/>
            <a:ext cx="4279392"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6">
            <a:extLst>
              <a:ext uri="{FF2B5EF4-FFF2-40B4-BE49-F238E27FC236}">
                <a16:creationId xmlns:a16="http://schemas.microsoft.com/office/drawing/2014/main" id="{48EE8682-ABF1-495A-B1AF-6698D48C99F5}"/>
              </a:ext>
            </a:extLst>
          </p:cNvPr>
          <p:cNvSpPr>
            <a:spLocks noGrp="1"/>
          </p:cNvSpPr>
          <p:nvPr>
            <p:ph sz="quarter" idx="15"/>
          </p:nvPr>
        </p:nvSpPr>
        <p:spPr>
          <a:xfrm>
            <a:off x="5303520" y="5276088"/>
            <a:ext cx="4279392"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ageSubtitle">
            <a:extLst>
              <a:ext uri="{FF2B5EF4-FFF2-40B4-BE49-F238E27FC236}">
                <a16:creationId xmlns:a16="http://schemas.microsoft.com/office/drawing/2014/main" id="{6AB165A9-C67E-4ED6-8ED1-06347A0EFCB5}"/>
              </a:ext>
            </a:extLst>
          </p:cNvPr>
          <p:cNvSpPr>
            <a:spLocks noGrp="1"/>
          </p:cNvSpPr>
          <p:nvPr>
            <p:ph type="subTitle" sz="quarter" idx="16"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214421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Six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62C6-1994-4846-865E-29E89C4822C5}"/>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1FBEBB57-9C15-4CC2-9053-EE7E72919D50}"/>
              </a:ext>
            </a:extLst>
          </p:cNvPr>
          <p:cNvSpPr>
            <a:spLocks noGrp="1"/>
          </p:cNvSpPr>
          <p:nvPr>
            <p:ph idx="10"/>
          </p:nvPr>
        </p:nvSpPr>
        <p:spPr>
          <a:xfrm>
            <a:off x="475488" y="2103120"/>
            <a:ext cx="2852928"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898E0021-9223-41F0-AF61-D5F975BBD7B6}"/>
              </a:ext>
            </a:extLst>
          </p:cNvPr>
          <p:cNvSpPr>
            <a:spLocks noGrp="1"/>
          </p:cNvSpPr>
          <p:nvPr>
            <p:ph sz="quarter" idx="11"/>
          </p:nvPr>
        </p:nvSpPr>
        <p:spPr>
          <a:xfrm>
            <a:off x="3602736" y="2103120"/>
            <a:ext cx="2852928"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a:extLst>
              <a:ext uri="{FF2B5EF4-FFF2-40B4-BE49-F238E27FC236}">
                <a16:creationId xmlns:a16="http://schemas.microsoft.com/office/drawing/2014/main" id="{AF1C6140-E5FB-4846-8E15-528C464BD224}"/>
              </a:ext>
            </a:extLst>
          </p:cNvPr>
          <p:cNvSpPr>
            <a:spLocks noGrp="1"/>
          </p:cNvSpPr>
          <p:nvPr>
            <p:ph sz="quarter" idx="12"/>
          </p:nvPr>
        </p:nvSpPr>
        <p:spPr>
          <a:xfrm>
            <a:off x="6729984" y="2103120"/>
            <a:ext cx="2852928"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4">
            <a:extLst>
              <a:ext uri="{FF2B5EF4-FFF2-40B4-BE49-F238E27FC236}">
                <a16:creationId xmlns:a16="http://schemas.microsoft.com/office/drawing/2014/main" id="{5D6DFBAB-D604-46DB-A6A1-7D3DB71F9997}"/>
              </a:ext>
            </a:extLst>
          </p:cNvPr>
          <p:cNvSpPr>
            <a:spLocks noGrp="1"/>
          </p:cNvSpPr>
          <p:nvPr>
            <p:ph sz="quarter" idx="13"/>
          </p:nvPr>
        </p:nvSpPr>
        <p:spPr>
          <a:xfrm>
            <a:off x="475488" y="4617720"/>
            <a:ext cx="2852928"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5">
            <a:extLst>
              <a:ext uri="{FF2B5EF4-FFF2-40B4-BE49-F238E27FC236}">
                <a16:creationId xmlns:a16="http://schemas.microsoft.com/office/drawing/2014/main" id="{B1D232D9-E921-4B04-A0CA-562141BFA848}"/>
              </a:ext>
            </a:extLst>
          </p:cNvPr>
          <p:cNvSpPr>
            <a:spLocks noGrp="1"/>
          </p:cNvSpPr>
          <p:nvPr>
            <p:ph sz="quarter" idx="14"/>
          </p:nvPr>
        </p:nvSpPr>
        <p:spPr>
          <a:xfrm>
            <a:off x="3602736" y="4617720"/>
            <a:ext cx="2852928"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6">
            <a:extLst>
              <a:ext uri="{FF2B5EF4-FFF2-40B4-BE49-F238E27FC236}">
                <a16:creationId xmlns:a16="http://schemas.microsoft.com/office/drawing/2014/main" id="{0497DE23-3DF9-4F63-ACCF-31E17831D474}"/>
              </a:ext>
            </a:extLst>
          </p:cNvPr>
          <p:cNvSpPr>
            <a:spLocks noGrp="1"/>
          </p:cNvSpPr>
          <p:nvPr>
            <p:ph sz="quarter" idx="15"/>
          </p:nvPr>
        </p:nvSpPr>
        <p:spPr>
          <a:xfrm>
            <a:off x="6729984" y="4617720"/>
            <a:ext cx="2852928"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ageSubtitle">
            <a:extLst>
              <a:ext uri="{FF2B5EF4-FFF2-40B4-BE49-F238E27FC236}">
                <a16:creationId xmlns:a16="http://schemas.microsoft.com/office/drawing/2014/main" id="{F5C9E851-3C38-49FD-9E64-9803EEF95487}"/>
              </a:ext>
            </a:extLst>
          </p:cNvPr>
          <p:cNvSpPr>
            <a:spLocks noGrp="1"/>
          </p:cNvSpPr>
          <p:nvPr>
            <p:ph type="subTitle" sz="quarter" idx="16"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24171361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Eight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C997-259A-47C9-87D8-4689E8BAF04D}"/>
              </a:ext>
            </a:extLst>
          </p:cNvPr>
          <p:cNvSpPr>
            <a:spLocks noGrp="1"/>
          </p:cNvSpPr>
          <p:nvPr>
            <p:ph type="title"/>
          </p:nvPr>
        </p:nvSpPr>
        <p:spPr/>
        <p:txBody>
          <a:bodyPr/>
          <a:lstStyle/>
          <a:p>
            <a:r>
              <a:rPr lang="en-US"/>
              <a:t>Click to edit Master title style</a:t>
            </a:r>
          </a:p>
        </p:txBody>
      </p:sp>
      <p:sp>
        <p:nvSpPr>
          <p:cNvPr id="3" name="Content1">
            <a:extLst>
              <a:ext uri="{FF2B5EF4-FFF2-40B4-BE49-F238E27FC236}">
                <a16:creationId xmlns:a16="http://schemas.microsoft.com/office/drawing/2014/main" id="{1CE008D9-4375-4E31-BCB1-F0A33CED4559}"/>
              </a:ext>
            </a:extLst>
          </p:cNvPr>
          <p:cNvSpPr>
            <a:spLocks noGrp="1"/>
          </p:cNvSpPr>
          <p:nvPr>
            <p:ph idx="10"/>
          </p:nvPr>
        </p:nvSpPr>
        <p:spPr>
          <a:xfrm>
            <a:off x="475488" y="2103120"/>
            <a:ext cx="2139696"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a:extLst>
              <a:ext uri="{FF2B5EF4-FFF2-40B4-BE49-F238E27FC236}">
                <a16:creationId xmlns:a16="http://schemas.microsoft.com/office/drawing/2014/main" id="{B7133AD5-A372-4F99-A6B4-01FDC8BAD217}"/>
              </a:ext>
            </a:extLst>
          </p:cNvPr>
          <p:cNvSpPr>
            <a:spLocks noGrp="1"/>
          </p:cNvSpPr>
          <p:nvPr>
            <p:ph sz="quarter" idx="11"/>
          </p:nvPr>
        </p:nvSpPr>
        <p:spPr>
          <a:xfrm>
            <a:off x="2798064" y="2103120"/>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a:extLst>
              <a:ext uri="{FF2B5EF4-FFF2-40B4-BE49-F238E27FC236}">
                <a16:creationId xmlns:a16="http://schemas.microsoft.com/office/drawing/2014/main" id="{7879A44B-C082-40B6-A271-4276FCFE5CFA}"/>
              </a:ext>
            </a:extLst>
          </p:cNvPr>
          <p:cNvSpPr>
            <a:spLocks noGrp="1"/>
          </p:cNvSpPr>
          <p:nvPr>
            <p:ph sz="quarter" idx="12"/>
          </p:nvPr>
        </p:nvSpPr>
        <p:spPr>
          <a:xfrm>
            <a:off x="5120640" y="2103120"/>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4">
            <a:extLst>
              <a:ext uri="{FF2B5EF4-FFF2-40B4-BE49-F238E27FC236}">
                <a16:creationId xmlns:a16="http://schemas.microsoft.com/office/drawing/2014/main" id="{BD8C0C48-E547-481E-B87E-FEF89CF66FDF}"/>
              </a:ext>
            </a:extLst>
          </p:cNvPr>
          <p:cNvSpPr>
            <a:spLocks noGrp="1"/>
          </p:cNvSpPr>
          <p:nvPr>
            <p:ph sz="quarter" idx="13"/>
          </p:nvPr>
        </p:nvSpPr>
        <p:spPr>
          <a:xfrm>
            <a:off x="7443216" y="2103120"/>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5">
            <a:extLst>
              <a:ext uri="{FF2B5EF4-FFF2-40B4-BE49-F238E27FC236}">
                <a16:creationId xmlns:a16="http://schemas.microsoft.com/office/drawing/2014/main" id="{088EA6FD-99B4-4E42-B317-8284BE4F5DD7}"/>
              </a:ext>
            </a:extLst>
          </p:cNvPr>
          <p:cNvSpPr>
            <a:spLocks noGrp="1"/>
          </p:cNvSpPr>
          <p:nvPr>
            <p:ph sz="quarter" idx="14"/>
          </p:nvPr>
        </p:nvSpPr>
        <p:spPr>
          <a:xfrm>
            <a:off x="475488" y="4617720"/>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6">
            <a:extLst>
              <a:ext uri="{FF2B5EF4-FFF2-40B4-BE49-F238E27FC236}">
                <a16:creationId xmlns:a16="http://schemas.microsoft.com/office/drawing/2014/main" id="{3103A706-44A2-4DFD-BB98-AACE23F768F9}"/>
              </a:ext>
            </a:extLst>
          </p:cNvPr>
          <p:cNvSpPr>
            <a:spLocks noGrp="1"/>
          </p:cNvSpPr>
          <p:nvPr>
            <p:ph sz="quarter" idx="15"/>
          </p:nvPr>
        </p:nvSpPr>
        <p:spPr>
          <a:xfrm>
            <a:off x="2798064" y="4617720"/>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7">
            <a:extLst>
              <a:ext uri="{FF2B5EF4-FFF2-40B4-BE49-F238E27FC236}">
                <a16:creationId xmlns:a16="http://schemas.microsoft.com/office/drawing/2014/main" id="{55F4CBA6-2E25-4CCE-BA7D-33CF8AAF18D4}"/>
              </a:ext>
            </a:extLst>
          </p:cNvPr>
          <p:cNvSpPr>
            <a:spLocks noGrp="1"/>
          </p:cNvSpPr>
          <p:nvPr>
            <p:ph sz="quarter" idx="16"/>
          </p:nvPr>
        </p:nvSpPr>
        <p:spPr>
          <a:xfrm>
            <a:off x="5120640" y="4617720"/>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8">
            <a:extLst>
              <a:ext uri="{FF2B5EF4-FFF2-40B4-BE49-F238E27FC236}">
                <a16:creationId xmlns:a16="http://schemas.microsoft.com/office/drawing/2014/main" id="{7AD7D547-4CF9-4B4D-84E0-E035D982FD7A}"/>
              </a:ext>
            </a:extLst>
          </p:cNvPr>
          <p:cNvSpPr>
            <a:spLocks noGrp="1"/>
          </p:cNvSpPr>
          <p:nvPr>
            <p:ph sz="quarter" idx="17"/>
          </p:nvPr>
        </p:nvSpPr>
        <p:spPr>
          <a:xfrm>
            <a:off x="7443216" y="4617720"/>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ageSubtitle">
            <a:extLst>
              <a:ext uri="{FF2B5EF4-FFF2-40B4-BE49-F238E27FC236}">
                <a16:creationId xmlns:a16="http://schemas.microsoft.com/office/drawing/2014/main" id="{DC331BE6-7B49-4D6F-8BDE-5B0C45126A75}"/>
              </a:ext>
            </a:extLst>
          </p:cNvPr>
          <p:cNvSpPr>
            <a:spLocks noGrp="1"/>
          </p:cNvSpPr>
          <p:nvPr>
            <p:ph type="subTitle" sz="quarter" idx="18" hasCustomPrompt="1"/>
          </p:nvPr>
        </p:nvSpPr>
        <p:spPr>
          <a:xfrm>
            <a:off x="475488" y="1325880"/>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38160217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Call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BC911-347D-46CA-B55A-948B3258FEDA}"/>
              </a:ext>
            </a:extLst>
          </p:cNvPr>
          <p:cNvSpPr>
            <a:spLocks noGrp="1"/>
          </p:cNvSpPr>
          <p:nvPr>
            <p:ph type="title"/>
          </p:nvPr>
        </p:nvSpPr>
        <p:spPr/>
        <p:txBody>
          <a:bodyPr/>
          <a:lstStyle/>
          <a:p>
            <a:r>
              <a:rPr lang="en-US"/>
              <a:t>Click to edit Master title style</a:t>
            </a:r>
          </a:p>
        </p:txBody>
      </p:sp>
      <p:sp>
        <p:nvSpPr>
          <p:cNvPr id="3" name="PageSubtitle">
            <a:extLst>
              <a:ext uri="{FF2B5EF4-FFF2-40B4-BE49-F238E27FC236}">
                <a16:creationId xmlns:a16="http://schemas.microsoft.com/office/drawing/2014/main" id="{63070D4A-22C5-476B-BC77-D495A579D8B7}"/>
              </a:ext>
            </a:extLst>
          </p:cNvPr>
          <p:cNvSpPr>
            <a:spLocks noGrp="1"/>
          </p:cNvSpPr>
          <p:nvPr>
            <p:ph type="subTitle" idx="10" hasCustomPrompt="1"/>
          </p:nvPr>
        </p:nvSpPr>
        <p:spPr>
          <a:xfrm>
            <a:off x="475488" y="1325880"/>
            <a:ext cx="9107424" cy="365760"/>
          </a:xfr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
        <p:nvSpPr>
          <p:cNvPr id="4" name="Content1">
            <a:extLst>
              <a:ext uri="{FF2B5EF4-FFF2-40B4-BE49-F238E27FC236}">
                <a16:creationId xmlns:a16="http://schemas.microsoft.com/office/drawing/2014/main" id="{835F0476-F23B-4797-80E8-60A42449724B}"/>
              </a:ext>
            </a:extLst>
          </p:cNvPr>
          <p:cNvSpPr>
            <a:spLocks noGrp="1"/>
          </p:cNvSpPr>
          <p:nvPr>
            <p:ph sz="quarter" idx="11"/>
          </p:nvPr>
        </p:nvSpPr>
        <p:spPr>
          <a:xfrm>
            <a:off x="475488" y="2103120"/>
            <a:ext cx="2194560"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2">
            <a:extLst>
              <a:ext uri="{FF2B5EF4-FFF2-40B4-BE49-F238E27FC236}">
                <a16:creationId xmlns:a16="http://schemas.microsoft.com/office/drawing/2014/main" id="{8974DAA2-A0AA-4D2F-97E8-B87C8EA8C3D8}"/>
              </a:ext>
            </a:extLst>
          </p:cNvPr>
          <p:cNvSpPr>
            <a:spLocks noGrp="1"/>
          </p:cNvSpPr>
          <p:nvPr>
            <p:ph sz="quarter" idx="12"/>
          </p:nvPr>
        </p:nvSpPr>
        <p:spPr>
          <a:xfrm>
            <a:off x="3108960" y="2103120"/>
            <a:ext cx="6473952"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15877E2-5287-4256-A5C9-603875776498}"/>
              </a:ext>
            </a:extLst>
          </p:cNvPr>
          <p:cNvCxnSpPr>
            <a:cxnSpLocks/>
          </p:cNvCxnSpPr>
          <p:nvPr userDrawn="1"/>
        </p:nvCxnSpPr>
        <p:spPr>
          <a:xfrm>
            <a:off x="2889504" y="2103120"/>
            <a:ext cx="0" cy="4480560"/>
          </a:xfrm>
          <a:prstGeom prst="line">
            <a:avLst/>
          </a:prstGeom>
          <a:ln w="9525">
            <a:solidFill>
              <a:srgbClr val="AFB1B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261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tmp"/><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 Id="rId30"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BE9056F0-2BAA-3DF9-C512-9E6C1C2B14DD}"/>
              </a:ext>
            </a:extLst>
          </p:cNvPr>
          <p:cNvGraphicFramePr>
            <a:graphicFrameLocks noChangeAspect="1"/>
          </p:cNvGraphicFramePr>
          <p:nvPr userDrawn="1">
            <p:custDataLst>
              <p:tags r:id="rId27"/>
            </p:custDataLst>
            <p:extLst>
              <p:ext uri="{D42A27DB-BD31-4B8C-83A1-F6EECF244321}">
                <p14:modId xmlns:p14="http://schemas.microsoft.com/office/powerpoint/2010/main" val="11662560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366" imgH="367" progId="TCLayout.ActiveDocument.1">
                  <p:embed/>
                </p:oleObj>
              </mc:Choice>
              <mc:Fallback>
                <p:oleObj name="think-cell Slide" r:id="rId32" imgW="366" imgH="367" progId="TCLayout.ActiveDocument.1">
                  <p:embed/>
                  <p:pic>
                    <p:nvPicPr>
                      <p:cNvPr id="14" name="think-cell data - do not delete" hidden="1">
                        <a:extLst>
                          <a:ext uri="{FF2B5EF4-FFF2-40B4-BE49-F238E27FC236}">
                            <a16:creationId xmlns:a16="http://schemas.microsoft.com/office/drawing/2014/main" id="{BE9056F0-2BAA-3DF9-C512-9E6C1C2B14DD}"/>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2" name="PlaceholderTitle">
            <a:extLst>
              <a:ext uri="{FF2B5EF4-FFF2-40B4-BE49-F238E27FC236}">
                <a16:creationId xmlns:a16="http://schemas.microsoft.com/office/drawing/2014/main" id="{52EFED5F-6CF0-41A5-999B-A8EF4C569289}"/>
              </a:ext>
            </a:extLst>
          </p:cNvPr>
          <p:cNvSpPr>
            <a:spLocks noGrp="1"/>
          </p:cNvSpPr>
          <p:nvPr>
            <p:ph type="title"/>
          </p:nvPr>
        </p:nvSpPr>
        <p:spPr>
          <a:xfrm>
            <a:off x="475488" y="621792"/>
            <a:ext cx="9107424" cy="685800"/>
          </a:xfrm>
          <a:prstGeom prst="rect">
            <a:avLst/>
          </a:prstGeom>
        </p:spPr>
        <p:txBody>
          <a:bodyPr vert="horz" wrap="square" lIns="0" tIns="0" rIns="0" bIns="0" rtlCol="0" anchor="t">
            <a:noAutofit/>
          </a:bodyPr>
          <a:lstStyle/>
          <a:p>
            <a:r>
              <a:rPr lang="en-US"/>
              <a:t>Click to edit Master title style</a:t>
            </a:r>
          </a:p>
        </p:txBody>
      </p:sp>
      <p:sp>
        <p:nvSpPr>
          <p:cNvPr id="3" name="PlaceholderBody">
            <a:extLst>
              <a:ext uri="{FF2B5EF4-FFF2-40B4-BE49-F238E27FC236}">
                <a16:creationId xmlns:a16="http://schemas.microsoft.com/office/drawing/2014/main" id="{5431043B-15BA-44F3-98F5-22E888AE43A0}"/>
              </a:ext>
            </a:extLst>
          </p:cNvPr>
          <p:cNvSpPr>
            <a:spLocks noGrp="1"/>
          </p:cNvSpPr>
          <p:nvPr>
            <p:ph type="body" idx="1"/>
          </p:nvPr>
        </p:nvSpPr>
        <p:spPr>
          <a:xfrm>
            <a:off x="475488" y="1737360"/>
            <a:ext cx="9107424" cy="5029200"/>
          </a:xfrm>
          <a:prstGeom prst="rect">
            <a:avLst/>
          </a:prstGeom>
        </p:spPr>
        <p:txBody>
          <a:bodyPr vert="horz" wrap="square" lIns="0" tIns="36576" rIns="36576" bIns="36576" rtlCol="0" anchor="t">
            <a:noAutofit/>
          </a:bodyPr>
          <a:lstStyle/>
          <a:p>
            <a:pPr marL="10160" lvl="0" indent="-6985" algn="l" defTabSz="914400" rtl="0" eaLnBrk="1" latinLnBrk="0" hangingPunct="1">
              <a:lnSpc>
                <a:spcPct val="110000"/>
              </a:lnSpc>
              <a:spcBef>
                <a:spcPts val="910"/>
              </a:spcBef>
              <a:spcAft>
                <a:spcPct val="0"/>
              </a:spcAft>
              <a:buFont typeface="Arial" panose="020B0604020202020204" pitchFamily="34" charset="0"/>
              <a:buNone/>
            </a:pPr>
            <a:r>
              <a:rPr lang="en-US"/>
              <a:t>Body Text</a:t>
            </a:r>
          </a:p>
          <a:p>
            <a:pPr marL="742950" lvl="1" indent="-285750" algn="l" defTabSz="914400" rtl="0" eaLnBrk="1" latinLnBrk="0" hangingPunct="1">
              <a:lnSpc>
                <a:spcPct val="110000"/>
              </a:lnSpc>
              <a:spcBef>
                <a:spcPts val="600"/>
              </a:spcBef>
              <a:spcAft>
                <a:spcPct val="0"/>
              </a:spcAft>
              <a:buClr>
                <a:schemeClr val="bg2">
                  <a:lumMod val="100000"/>
                </a:schemeClr>
              </a:buClr>
              <a:buSzPct val="92000"/>
              <a:buFont typeface="Arial" panose="020B0604020202020204" pitchFamily="34" charset="0"/>
              <a:buChar char="•"/>
            </a:pPr>
            <a:r>
              <a:rPr lang="en-US"/>
              <a:t>Bullet one</a:t>
            </a:r>
          </a:p>
          <a:p>
            <a:pPr marL="1143000" lvl="2" indent="-228600" algn="l" defTabSz="914400" rtl="0" eaLnBrk="1" latinLnBrk="0" hangingPunct="1">
              <a:lnSpc>
                <a:spcPct val="110000"/>
              </a:lnSpc>
              <a:spcBef>
                <a:spcPts val="300"/>
              </a:spcBef>
              <a:spcAft>
                <a:spcPct val="0"/>
              </a:spcAft>
              <a:buClr>
                <a:schemeClr val="tx2">
                  <a:lumMod val="100000"/>
                </a:schemeClr>
              </a:buClr>
              <a:buSzPct val="92000"/>
              <a:buFont typeface="Arial" panose="020B0604020202020204" pitchFamily="34" charset="0"/>
              <a:buChar char="•"/>
            </a:pPr>
            <a:r>
              <a:rPr lang="en-US"/>
              <a:t>Bullet two</a:t>
            </a:r>
          </a:p>
          <a:p>
            <a:pPr marL="1600200" lvl="3" indent="-228600" algn="l" defTabSz="914400" rtl="0" eaLnBrk="1" latinLnBrk="0" hangingPunct="1">
              <a:lnSpc>
                <a:spcPct val="110000"/>
              </a:lnSpc>
              <a:spcBef>
                <a:spcPts val="100"/>
              </a:spcBef>
              <a:spcAft>
                <a:spcPct val="0"/>
              </a:spcAft>
              <a:buClr>
                <a:schemeClr val="tx2">
                  <a:lumMod val="100000"/>
                </a:schemeClr>
              </a:buClr>
              <a:buSzPct val="100000"/>
              <a:buFont typeface="Arial" panose="020B0604020202020204" pitchFamily="34" charset="0"/>
              <a:buChar char="•"/>
            </a:pPr>
            <a:r>
              <a:rPr lang="en-US"/>
              <a:t>Bullet three</a:t>
            </a:r>
          </a:p>
          <a:p>
            <a:pPr marL="2057400" lvl="4" indent="-228600" algn="l" defTabSz="914400" rtl="0" eaLnBrk="1" latinLnBrk="0" hangingPunct="1">
              <a:lnSpc>
                <a:spcPct val="110000"/>
              </a:lnSpc>
              <a:spcBef>
                <a:spcPts val="0"/>
              </a:spcBef>
              <a:spcAft>
                <a:spcPct val="0"/>
              </a:spcAft>
              <a:buClr>
                <a:schemeClr val="tx2">
                  <a:lumMod val="100000"/>
                </a:schemeClr>
              </a:buClr>
              <a:buSzPct val="100000"/>
              <a:buFont typeface="Arial" panose="020B0604020202020204" pitchFamily="34" charset="0"/>
              <a:buChar char="•"/>
            </a:pPr>
            <a:r>
              <a:rPr lang="en-US"/>
              <a:t>Bullet four</a:t>
            </a:r>
          </a:p>
        </p:txBody>
      </p:sp>
      <p:sp>
        <p:nvSpPr>
          <p:cNvPr id="4" name="PageNumber">
            <a:extLst>
              <a:ext uri="{FF2B5EF4-FFF2-40B4-BE49-F238E27FC236}">
                <a16:creationId xmlns:a16="http://schemas.microsoft.com/office/drawing/2014/main" id="{E14AE2A8-6197-4C7C-AE95-824574D97ED1}"/>
              </a:ext>
            </a:extLst>
          </p:cNvPr>
          <p:cNvSpPr txBox="1"/>
          <p:nvPr userDrawn="1"/>
        </p:nvSpPr>
        <p:spPr>
          <a:xfrm>
            <a:off x="9198864" y="7450696"/>
            <a:ext cx="384048" cy="140488"/>
          </a:xfrm>
          <a:prstGeom prst="rect">
            <a:avLst/>
          </a:prstGeom>
          <a:noFill/>
        </p:spPr>
        <p:txBody>
          <a:bodyPr vert="horz" wrap="square" lIns="0" tIns="0" rIns="0" bIns="0" rtlCol="0" anchor="ctr">
            <a:spAutoFit/>
          </a:bodyPr>
          <a:lstStyle/>
          <a:p>
            <a:pPr algn="r">
              <a:lnSpc>
                <a:spcPct val="110000"/>
              </a:lnSpc>
            </a:pPr>
            <a:endParaRPr lang="en-US" sz="900" b="0" i="0" dirty="0">
              <a:solidFill>
                <a:schemeClr val="tx2"/>
              </a:solidFill>
              <a:latin typeface="Arial" panose="020B0604020202020204" pitchFamily="34" charset="0"/>
            </a:endParaRPr>
          </a:p>
        </p:txBody>
      </p:sp>
      <p:sp>
        <p:nvSpPr>
          <p:cNvPr id="5" name="TopBar">
            <a:extLst>
              <a:ext uri="{FF2B5EF4-FFF2-40B4-BE49-F238E27FC236}">
                <a16:creationId xmlns:a16="http://schemas.microsoft.com/office/drawing/2014/main" id="{16E28C31-9328-4FD0-AC98-2A50A2422EB0}"/>
              </a:ext>
            </a:extLst>
          </p:cNvPr>
          <p:cNvSpPr txBox="1"/>
          <p:nvPr userDrawn="1"/>
        </p:nvSpPr>
        <p:spPr>
          <a:xfrm>
            <a:off x="475488" y="466344"/>
            <a:ext cx="1435608" cy="45720"/>
          </a:xfrm>
          <a:prstGeom prst="rect">
            <a:avLst/>
          </a:prstGeom>
          <a:solidFill>
            <a:schemeClr val="bg2"/>
          </a:solidFill>
        </p:spPr>
        <p:txBody>
          <a:bodyPr vert="horz" wrap="square" lIns="0" tIns="0" rIns="0" bIns="0" rtlCol="0" anchor="t">
            <a:noAutofit/>
          </a:bodyPr>
          <a:lstStyle/>
          <a:p>
            <a:pPr algn="r">
              <a:lnSpc>
                <a:spcPct val="110000"/>
              </a:lnSpc>
            </a:pPr>
            <a:endParaRPr lang="en-US" sz="1200" b="0" i="0" dirty="0">
              <a:solidFill>
                <a:schemeClr val="tx2"/>
              </a:solidFill>
              <a:latin typeface="+mn-lt"/>
            </a:endParaRPr>
          </a:p>
        </p:txBody>
      </p:sp>
      <p:sp>
        <p:nvSpPr>
          <p:cNvPr id="6" name="ConfidentialInternal">
            <a:extLst>
              <a:ext uri="{FF2B5EF4-FFF2-40B4-BE49-F238E27FC236}">
                <a16:creationId xmlns:a16="http://schemas.microsoft.com/office/drawing/2014/main" id="{A56AA57C-A223-41B2-9251-887D814928B5}"/>
              </a:ext>
            </a:extLst>
          </p:cNvPr>
          <p:cNvSpPr txBox="1"/>
          <p:nvPr userDrawn="1">
            <p:custDataLst>
              <p:tags r:id="rId28"/>
            </p:custDataLst>
          </p:nvPr>
        </p:nvSpPr>
        <p:spPr>
          <a:xfrm>
            <a:off x="2404872" y="402336"/>
            <a:ext cx="7178040" cy="219456"/>
          </a:xfrm>
          <a:prstGeom prst="rect">
            <a:avLst/>
          </a:prstGeom>
          <a:noFill/>
        </p:spPr>
        <p:txBody>
          <a:bodyPr vert="horz" wrap="square" lIns="0" tIns="0" rIns="0" bIns="0" rtlCol="0" anchor="t">
            <a:noAutofit/>
          </a:bodyPr>
          <a:lstStyle/>
          <a:p>
            <a:pPr algn="r">
              <a:lnSpc>
                <a:spcPct val="110000"/>
              </a:lnSpc>
            </a:pPr>
            <a:endParaRPr lang="en-US" sz="700" b="0" i="0" cap="all" spc="210" dirty="0">
              <a:solidFill>
                <a:schemeClr val="tx2"/>
              </a:solidFill>
              <a:latin typeface="Arial" panose="020B0604020202020204" pitchFamily="34" charset="0"/>
            </a:endParaRPr>
          </a:p>
        </p:txBody>
      </p:sp>
      <p:sp>
        <p:nvSpPr>
          <p:cNvPr id="7" name="Confidential" hidden="1">
            <a:extLst>
              <a:ext uri="{FF2B5EF4-FFF2-40B4-BE49-F238E27FC236}">
                <a16:creationId xmlns:a16="http://schemas.microsoft.com/office/drawing/2014/main" id="{D711FA7C-D5A3-4A1A-92AC-227A2E513DCF}"/>
              </a:ext>
            </a:extLst>
          </p:cNvPr>
          <p:cNvSpPr txBox="1"/>
          <p:nvPr userDrawn="1">
            <p:custDataLst>
              <p:tags r:id="rId29"/>
            </p:custDataLst>
          </p:nvPr>
        </p:nvSpPr>
        <p:spPr>
          <a:xfrm>
            <a:off x="2404872" y="246888"/>
            <a:ext cx="7178040" cy="201658"/>
          </a:xfrm>
          <a:prstGeom prst="rect">
            <a:avLst/>
          </a:prstGeom>
          <a:noFill/>
        </p:spPr>
        <p:txBody>
          <a:bodyPr vert="horz" wrap="square" lIns="0" tIns="45720" rIns="0" bIns="45720" rtlCol="0" anchor="t">
            <a:spAutoFit/>
          </a:bodyPr>
          <a:lstStyle/>
          <a:p>
            <a:pPr algn="r">
              <a:lnSpc>
                <a:spcPct val="110000"/>
              </a:lnSpc>
            </a:pPr>
            <a:endParaRPr lang="en-US" sz="700" b="0" i="0" cap="all" spc="210" dirty="0">
              <a:solidFill>
                <a:schemeClr val="tx2"/>
              </a:solidFill>
              <a:latin typeface="Arial" panose="020B0604020202020204" pitchFamily="34" charset="0"/>
            </a:endParaRPr>
          </a:p>
        </p:txBody>
      </p:sp>
      <p:sp>
        <p:nvSpPr>
          <p:cNvPr id="8" name="SubsectionTracker">
            <a:extLst>
              <a:ext uri="{FF2B5EF4-FFF2-40B4-BE49-F238E27FC236}">
                <a16:creationId xmlns:a16="http://schemas.microsoft.com/office/drawing/2014/main" id="{0D3DD30B-3486-40BF-AE9B-74BDA69247C0}"/>
              </a:ext>
            </a:extLst>
          </p:cNvPr>
          <p:cNvSpPr txBox="1"/>
          <p:nvPr userDrawn="1"/>
        </p:nvSpPr>
        <p:spPr>
          <a:xfrm>
            <a:off x="9582847" y="7010431"/>
            <a:ext cx="65" cy="124906"/>
          </a:xfrm>
          <a:prstGeom prst="rect">
            <a:avLst/>
          </a:prstGeom>
          <a:noFill/>
        </p:spPr>
        <p:txBody>
          <a:bodyPr vert="horz" wrap="none" lIns="0" tIns="0" rIns="0" bIns="0" rtlCol="0" anchor="ctr">
            <a:spAutoFit/>
          </a:bodyPr>
          <a:lstStyle/>
          <a:p>
            <a:pPr algn="r">
              <a:lnSpc>
                <a:spcPct val="110000"/>
              </a:lnSpc>
            </a:pPr>
            <a:endParaRPr lang="en-US" sz="800" b="0" i="0" dirty="0">
              <a:solidFill>
                <a:schemeClr val="bg2"/>
              </a:solidFill>
              <a:latin typeface="Arial" panose="020B0604020202020204" pitchFamily="34" charset="0"/>
            </a:endParaRPr>
          </a:p>
        </p:txBody>
      </p:sp>
      <p:sp>
        <p:nvSpPr>
          <p:cNvPr id="11" name="Background">
            <a:extLst>
              <a:ext uri="{FF2B5EF4-FFF2-40B4-BE49-F238E27FC236}">
                <a16:creationId xmlns:a16="http://schemas.microsoft.com/office/drawing/2014/main" id="{A300EC6B-76FC-425A-AE2E-AFD80B89202C}"/>
              </a:ext>
            </a:extLst>
          </p:cNvPr>
          <p:cNvSpPr txBox="1"/>
          <p:nvPr userDrawn="1"/>
        </p:nvSpPr>
        <p:spPr>
          <a:xfrm>
            <a:off x="0" y="7315200"/>
            <a:ext cx="10058400" cy="457200"/>
          </a:xfrm>
          <a:prstGeom prst="rect">
            <a:avLst/>
          </a:prstGeom>
          <a:solidFill>
            <a:srgbClr val="F5F7F8"/>
          </a:solidFill>
        </p:spPr>
        <p:txBody>
          <a:bodyPr vert="horz" wrap="square" lIns="0" tIns="0" rIns="0" bIns="0" rtlCol="0" anchor="t">
            <a:noAutofit/>
          </a:bodyPr>
          <a:lstStyle/>
          <a:p>
            <a:pPr algn="r">
              <a:lnSpc>
                <a:spcPct val="110000"/>
              </a:lnSpc>
            </a:pPr>
            <a:endParaRPr lang="en-US" sz="1200" b="0" i="0" dirty="0">
              <a:solidFill>
                <a:schemeClr val="tx2"/>
              </a:solidFill>
              <a:latin typeface="+mn-lt"/>
            </a:endParaRPr>
          </a:p>
        </p:txBody>
      </p:sp>
      <p:sp>
        <p:nvSpPr>
          <p:cNvPr id="12" name="ClientName">
            <a:extLst>
              <a:ext uri="{FF2B5EF4-FFF2-40B4-BE49-F238E27FC236}">
                <a16:creationId xmlns:a16="http://schemas.microsoft.com/office/drawing/2014/main" id="{920285D6-B901-4D93-83E3-BF014B2E9CB2}"/>
              </a:ext>
            </a:extLst>
          </p:cNvPr>
          <p:cNvSpPr txBox="1"/>
          <p:nvPr userDrawn="1">
            <p:custDataLst>
              <p:tags r:id="rId30"/>
            </p:custDataLst>
          </p:nvPr>
        </p:nvSpPr>
        <p:spPr>
          <a:xfrm>
            <a:off x="4965192" y="7452360"/>
            <a:ext cx="4178808" cy="137160"/>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ctr">
            <a:noAutofit/>
          </a:bodyPr>
          <a:lstStyle/>
          <a:p>
            <a:pPr algn="r">
              <a:lnSpc>
                <a:spcPct val="110000"/>
              </a:lnSpc>
            </a:pPr>
            <a:endParaRPr lang="en-US" sz="900" b="0" i="0" cap="all" spc="150" dirty="0">
              <a:solidFill>
                <a:schemeClr val="tx2"/>
              </a:solidFill>
              <a:latin typeface="Arial" panose="020B0604020202020204" pitchFamily="34" charset="0"/>
            </a:endParaRPr>
          </a:p>
        </p:txBody>
      </p:sp>
      <p:sp>
        <p:nvSpPr>
          <p:cNvPr id="9" name="Rectangle 8">
            <a:extLst>
              <a:ext uri="{FF2B5EF4-FFF2-40B4-BE49-F238E27FC236}">
                <a16:creationId xmlns:a16="http://schemas.microsoft.com/office/drawing/2014/main" id="{BABBFA8A-FF95-0EBC-7B7F-CA4773D94AEE}"/>
              </a:ext>
            </a:extLst>
          </p:cNvPr>
          <p:cNvSpPr>
            <a:spLocks noChangeAspect="1"/>
          </p:cNvSpPr>
          <p:nvPr userDrawn="1">
            <p:custDataLst>
              <p:tags r:id="rId31"/>
            </p:custDataLst>
          </p:nvPr>
        </p:nvSpPr>
        <p:spPr>
          <a:xfrm>
            <a:off x="475488" y="7470648"/>
            <a:ext cx="2014643" cy="135514"/>
          </a:xfrm>
          <a:prstGeom prst="rect">
            <a:avLst/>
          </a:prstGeom>
          <a:blipFill>
            <a:blip r:embed="rId34"/>
            <a:stretch>
              <a:fillRect/>
            </a:stretch>
          </a:blipFill>
          <a:ln w="9525" cap="flat" cmpd="sng" algn="ctr">
            <a:noFill/>
            <a:prstDash val="solid"/>
          </a:ln>
          <a:effectLst/>
          <a:extLst>
            <a:ext uri="{91240B29-F687-4F45-9708-019B960494DF}">
              <a14:hiddenLine xmlns:a14="http://schemas.microsoft.com/office/drawing/2010/main" w="9525" cap="flat" cmpd="sng" algn="ctr">
                <a:solidFill>
                  <a:schemeClr val="tx2"/>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US" sz="1200" dirty="0">
              <a:solidFill>
                <a:schemeClr val="tx2"/>
              </a:solidFill>
            </a:endParaRPr>
          </a:p>
        </p:txBody>
      </p:sp>
    </p:spTree>
    <p:extLst>
      <p:ext uri="{BB962C8B-B14F-4D97-AF65-F5344CB8AC3E}">
        <p14:creationId xmlns:p14="http://schemas.microsoft.com/office/powerpoint/2010/main" val="2371214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spcBef>
          <a:spcPct val="0"/>
        </a:spcBef>
        <a:buFontTx/>
        <a:buNone/>
        <a:defRPr sz="2200" b="0" i="0" kern="1200">
          <a:solidFill>
            <a:schemeClr val="tx2"/>
          </a:solidFill>
          <a:latin typeface="Arial" panose="020B0604020202020204" pitchFamily="34" charset="0"/>
          <a:ea typeface="+mj-ea"/>
          <a:cs typeface="+mj-cs"/>
        </a:defRPr>
      </a:lvl1pPr>
    </p:titleStyle>
    <p:bodyStyle>
      <a:lvl1pPr marL="10160" indent="-6985" algn="l" defTabSz="914400" rtl="0" eaLnBrk="1" latinLnBrk="0" hangingPunct="1">
        <a:lnSpc>
          <a:spcPct val="110000"/>
        </a:lnSpc>
        <a:spcBef>
          <a:spcPts val="910"/>
        </a:spcBef>
        <a:spcAft>
          <a:spcPct val="0"/>
        </a:spcAft>
        <a:buFontTx/>
        <a:buNone/>
        <a:defRPr sz="1200" b="0" i="0" kern="1200">
          <a:solidFill>
            <a:schemeClr val="tx2"/>
          </a:solidFill>
          <a:latin typeface="Arial" panose="020B0604020202020204" pitchFamily="34" charset="0"/>
          <a:ea typeface="+mn-ea"/>
          <a:cs typeface="+mn-cs"/>
        </a:defRPr>
      </a:lvl1pPr>
      <a:lvl2pPr marL="210312" indent="-182880" algn="l" defTabSz="914400" rtl="0" eaLnBrk="1" latinLnBrk="0" hangingPunct="1">
        <a:lnSpc>
          <a:spcPct val="110000"/>
        </a:lnSpc>
        <a:spcBef>
          <a:spcPts val="600"/>
        </a:spcBef>
        <a:spcAft>
          <a:spcPct val="0"/>
        </a:spcAft>
        <a:buClr>
          <a:schemeClr val="bg2">
            <a:lumMod val="100000"/>
          </a:schemeClr>
        </a:buClr>
        <a:buSzPct val="92000"/>
        <a:buFont typeface="Wingdings" panose="05000000000000000000" pitchFamily="2" charset="2"/>
        <a:buChar char="l"/>
        <a:defRPr sz="1200" b="0" i="0" kern="1200">
          <a:solidFill>
            <a:schemeClr val="tx2"/>
          </a:solidFill>
          <a:latin typeface="Arial" panose="020B0604020202020204" pitchFamily="34" charset="0"/>
          <a:ea typeface="+mn-ea"/>
          <a:cs typeface="+mn-cs"/>
        </a:defRPr>
      </a:lvl2pPr>
      <a:lvl3pPr marL="384048" indent="-210312" algn="l" defTabSz="914400" rtl="0" eaLnBrk="1" latinLnBrk="0" hangingPunct="1">
        <a:lnSpc>
          <a:spcPct val="110000"/>
        </a:lnSpc>
        <a:spcBef>
          <a:spcPts val="300"/>
        </a:spcBef>
        <a:spcAft>
          <a:spcPct val="0"/>
        </a:spcAft>
        <a:buClr>
          <a:schemeClr val="tx2">
            <a:lumMod val="100000"/>
          </a:schemeClr>
        </a:buClr>
        <a:buSzPct val="92000"/>
        <a:buFont typeface="Wingdings" panose="05000000000000000000" pitchFamily="2" charset="2"/>
        <a:buChar char="l"/>
        <a:defRPr sz="1200" b="0" i="0" kern="1200">
          <a:solidFill>
            <a:schemeClr val="tx2"/>
          </a:solidFill>
          <a:latin typeface="Arial" panose="020B0604020202020204" pitchFamily="34" charset="0"/>
          <a:ea typeface="+mn-ea"/>
          <a:cs typeface="+mn-cs"/>
        </a:defRPr>
      </a:lvl3pPr>
      <a:lvl4pPr marL="557784" indent="-219456" algn="l" defTabSz="914400" rtl="0" eaLnBrk="1" latinLnBrk="0" hangingPunct="1">
        <a:lnSpc>
          <a:spcPct val="110000"/>
        </a:lnSpc>
        <a:spcBef>
          <a:spcPts val="100"/>
        </a:spcBef>
        <a:spcAft>
          <a:spcPct val="0"/>
        </a:spcAft>
        <a:buClr>
          <a:schemeClr val="tx2">
            <a:lumMod val="100000"/>
          </a:schemeClr>
        </a:buClr>
        <a:buSzPct val="100000"/>
        <a:buFont typeface="Arial" panose="020B0604020202020204" pitchFamily="34" charset="0"/>
        <a:buChar char="-"/>
        <a:defRPr sz="1200" b="0" i="0" kern="1200">
          <a:solidFill>
            <a:schemeClr val="tx2"/>
          </a:solidFill>
          <a:latin typeface="Arial" panose="020B0604020202020204" pitchFamily="34" charset="0"/>
          <a:ea typeface="+mn-ea"/>
          <a:cs typeface="+mn-cs"/>
        </a:defRPr>
      </a:lvl4pPr>
      <a:lvl5pPr marL="731520" indent="-228600" algn="l" defTabSz="914400" rtl="0" eaLnBrk="1" latinLnBrk="0" hangingPunct="1">
        <a:lnSpc>
          <a:spcPct val="110000"/>
        </a:lnSpc>
        <a:spcBef>
          <a:spcPts val="0"/>
        </a:spcBef>
        <a:spcAft>
          <a:spcPct val="0"/>
        </a:spcAft>
        <a:buClr>
          <a:schemeClr val="tx2">
            <a:lumMod val="100000"/>
          </a:schemeClr>
        </a:buClr>
        <a:buSzPct val="100000"/>
        <a:buFont typeface="Arial" panose="020B0604020202020204" pitchFamily="34" charset="0"/>
        <a:buChar char="-"/>
        <a:defRPr sz="1200" b="0" i="0" kern="1200">
          <a:solidFill>
            <a:schemeClr val="tx2"/>
          </a:solidFill>
          <a:latin typeface="Arial" panose="020B0604020202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12192" indent="-9017" algn="l" defTabSz="914400" rtl="0" eaLnBrk="1" fontAlgn="b" latinLnBrk="0" hangingPunct="1">
        <a:lnSpc>
          <a:spcPct val="100000"/>
        </a:lnSpc>
        <a:spcBef>
          <a:spcPts val="265"/>
        </a:spcBef>
        <a:spcAft>
          <a:spcPct val="0"/>
        </a:spcAft>
        <a:buFontTx/>
        <a:buNone/>
        <a:defRPr sz="900" b="0" i="0" kern="1200">
          <a:solidFill>
            <a:schemeClr val="tx2"/>
          </a:solidFill>
          <a:latin typeface="+mn-lt"/>
          <a:ea typeface="Arial Unicode MS"/>
          <a:cs typeface="+mn-cs"/>
        </a:defRPr>
      </a:lvl1pPr>
      <a:lvl2pPr marL="210312" indent="-210312" algn="l" defTabSz="914400" rtl="0" eaLnBrk="1" fontAlgn="b" latinLnBrk="0" hangingPunct="1">
        <a:lnSpc>
          <a:spcPct val="100000"/>
        </a:lnSpc>
        <a:spcBef>
          <a:spcPts val="265"/>
        </a:spcBef>
        <a:spcAft>
          <a:spcPct val="0"/>
        </a:spcAft>
        <a:buClr>
          <a:schemeClr val="bg2"/>
        </a:buClr>
        <a:buSzPct val="92000"/>
        <a:buFont typeface="Wingdings"/>
        <a:buChar char="n"/>
        <a:defRPr sz="900" b="0" i="0" kern="1200">
          <a:solidFill>
            <a:schemeClr val="tx2"/>
          </a:solidFill>
          <a:latin typeface="+mn-lt"/>
          <a:ea typeface="Arial Unicode MS"/>
          <a:cs typeface="+mn-cs"/>
        </a:defRPr>
      </a:lvl2pPr>
      <a:lvl3pPr marL="420624" indent="-210312" algn="l" defTabSz="914400" rtl="0" eaLnBrk="1" fontAlgn="b" latinLnBrk="0" hangingPunct="1">
        <a:lnSpc>
          <a:spcPct val="100000"/>
        </a:lnSpc>
        <a:spcBef>
          <a:spcPts val="265"/>
        </a:spcBef>
        <a:spcAft>
          <a:spcPct val="0"/>
        </a:spcAft>
        <a:buClr>
          <a:schemeClr val="tx2"/>
        </a:buClr>
        <a:buSzPct val="92000"/>
        <a:buFont typeface="Wingdings"/>
        <a:buChar char="n"/>
        <a:defRPr sz="900" b="0" i="0" kern="1200">
          <a:solidFill>
            <a:schemeClr val="tx2"/>
          </a:solidFill>
          <a:latin typeface="+mn-lt"/>
          <a:ea typeface="Arial Unicode MS"/>
          <a:cs typeface="+mn-cs"/>
        </a:defRPr>
      </a:lvl3pPr>
      <a:lvl4pPr marL="649224" indent="-228600" algn="l" defTabSz="914400" rtl="0" eaLnBrk="1" fontAlgn="b" latinLnBrk="0" hangingPunct="1">
        <a:lnSpc>
          <a:spcPct val="100000"/>
        </a:lnSpc>
        <a:spcBef>
          <a:spcPts val="265"/>
        </a:spcBef>
        <a:spcAft>
          <a:spcPct val="0"/>
        </a:spcAft>
        <a:buClr>
          <a:schemeClr val="tx2"/>
        </a:buClr>
        <a:buSzPct val="100000"/>
        <a:buFont typeface="Arial"/>
        <a:buChar char="–"/>
        <a:defRPr sz="900" b="0" i="0" kern="1200">
          <a:solidFill>
            <a:schemeClr val="tx2"/>
          </a:solidFill>
          <a:latin typeface="+mn-lt"/>
          <a:ea typeface="Arial Unicode MS"/>
          <a:cs typeface="+mn-cs"/>
        </a:defRPr>
      </a:lvl4pPr>
      <a:lvl5pPr marL="877824" indent="-228600" algn="l" defTabSz="914400" rtl="0" eaLnBrk="1" fontAlgn="b" latinLnBrk="0" hangingPunct="1">
        <a:lnSpc>
          <a:spcPct val="100000"/>
        </a:lnSpc>
        <a:spcBef>
          <a:spcPts val="265"/>
        </a:spcBef>
        <a:spcAft>
          <a:spcPct val="0"/>
        </a:spcAft>
        <a:buClr>
          <a:schemeClr val="tx2"/>
        </a:buClr>
        <a:buSzPct val="100000"/>
        <a:buFont typeface="Arial"/>
        <a:buChar char="–"/>
        <a:defRPr sz="900" b="0" i="0" kern="1200">
          <a:solidFill>
            <a:schemeClr val="tx2"/>
          </a:solidFill>
          <a:latin typeface="+mn-lt"/>
          <a:ea typeface="Arial Unicode MS"/>
          <a:cs typeface="+mn-cs"/>
        </a:defRPr>
      </a:lvl5pPr>
    </p:otherStyle>
  </p:txStyles>
  <p:extLst>
    <p:ext uri="{27BBF7A9-308A-43DC-89C8-2F10F3537804}">
      <p15:sldGuideLst xmlns:p15="http://schemas.microsoft.com/office/powerpoint/2012/main">
        <p15:guide id="1" orient="horz" pos="825" userDrawn="1">
          <p15:clr>
            <a:srgbClr val="F26B43"/>
          </p15:clr>
        </p15:guide>
        <p15:guide id="2" pos="299" userDrawn="1">
          <p15:clr>
            <a:srgbClr val="F26B43"/>
          </p15:clr>
        </p15:guide>
        <p15:guide id="3" pos="6038" userDrawn="1">
          <p15:clr>
            <a:srgbClr val="F26B43"/>
          </p15:clr>
        </p15:guide>
        <p15:guide id="4" orient="horz" pos="46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tmp"/><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hyperlink" Target="https://data.census.gov/mdat/#/" TargetMode="Externa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hyperlink" Target="https://www.census.gov/programs-surveys/acs/microdata/access.html" TargetMode="External"/><Relationship Id="rId5" Type="http://schemas.openxmlformats.org/officeDocument/2006/relationships/image" Target="../media/image1.e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hyperlink" Target="https://www.huduser.gov/portal/datasets/fmr.html" TargetMode="Externa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hyperlink" Target="https://www.census.gov/programs-surveys/cbp.html" TargetMode="External"/><Relationship Id="rId5" Type="http://schemas.openxmlformats.org/officeDocument/2006/relationships/image" Target="../media/image1.emf"/><Relationship Id="rId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hyperlink" Target="https://www.epa.gov/enviroatlas/data-download-step-2?token=BL4-i0UIZqQlG3OIoPRbn4Z9BtfGfnTxn-3AroUx68I" TargetMode="External"/><Relationship Id="rId5" Type="http://schemas.openxmlformats.org/officeDocument/2006/relationships/image" Target="../media/image1.emf"/><Relationship Id="rId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hyperlink" Target="https://catalog.data.gov/dataset/walkability-index/resource/db5faf7a-df66-4112-b1a5-adf856ccc7f3" TargetMode="External"/><Relationship Id="rId5" Type="http://schemas.openxmlformats.org/officeDocument/2006/relationships/image" Target="../media/image1.emf"/><Relationship Id="rId4" Type="http://schemas.openxmlformats.org/officeDocument/2006/relationships/oleObject" Target="../embeddings/oleObject8.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CA19B6-B506-D705-99C0-4B182601F811}"/>
              </a:ext>
            </a:extLst>
          </p:cNvPr>
          <p:cNvGraphicFramePr>
            <a:graphicFrameLocks noChangeAspect="1"/>
          </p:cNvGraphicFramePr>
          <p:nvPr>
            <p:custDataLst>
              <p:tags r:id="rId2"/>
            </p:custDataLst>
            <p:extLst>
              <p:ext uri="{D42A27DB-BD31-4B8C-83A1-F6EECF244321}">
                <p14:modId xmlns:p14="http://schemas.microsoft.com/office/powerpoint/2010/main" val="31607558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66" imgH="367" progId="TCLayout.ActiveDocument.1">
                  <p:embed/>
                </p:oleObj>
              </mc:Choice>
              <mc:Fallback>
                <p:oleObj name="think-cell Slide" r:id="rId5" imgW="366" imgH="367" progId="TCLayout.ActiveDocument.1">
                  <p:embed/>
                  <p:pic>
                    <p:nvPicPr>
                      <p:cNvPr id="8" name="think-cell data - do not delete" hidden="1">
                        <a:extLst>
                          <a:ext uri="{FF2B5EF4-FFF2-40B4-BE49-F238E27FC236}">
                            <a16:creationId xmlns:a16="http://schemas.microsoft.com/office/drawing/2014/main" id="{77CA19B6-B506-D705-99C0-4B182601F81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CC367535-3F9D-122B-26E7-4CA43BE21FAE}"/>
              </a:ext>
            </a:extLst>
          </p:cNvPr>
          <p:cNvSpPr>
            <a:spLocks noChangeAspect="1"/>
          </p:cNvSpPr>
          <p:nvPr>
            <p:custDataLst>
              <p:tags r:id="rId3"/>
            </p:custDataLst>
          </p:nvPr>
        </p:nvSpPr>
        <p:spPr>
          <a:xfrm>
            <a:off x="484632" y="475488"/>
            <a:ext cx="4078224" cy="274320"/>
          </a:xfrm>
          <a:prstGeom prst="rect">
            <a:avLst/>
          </a:prstGeom>
          <a:blipFill>
            <a:blip r:embed="rId7"/>
            <a:stretch>
              <a:fillRect/>
            </a:stretch>
          </a:blipFill>
          <a:ln w="9525" cap="flat" cmpd="sng" algn="ctr">
            <a:noFill/>
            <a:prstDash val="solid"/>
          </a:ln>
          <a:effectLst/>
          <a:extLst>
            <a:ext uri="{91240B29-F687-4F45-9708-019B960494DF}">
              <a14:hiddenLine xmlns:a14="http://schemas.microsoft.com/office/drawing/2010/main" w="9525" cap="flat" cmpd="sng" algn="ctr">
                <a:solidFill>
                  <a:schemeClr val="tx2"/>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US" sz="1200" dirty="0">
              <a:solidFill>
                <a:schemeClr val="tx2"/>
              </a:solidFill>
            </a:endParaRPr>
          </a:p>
        </p:txBody>
      </p:sp>
      <p:sp>
        <p:nvSpPr>
          <p:cNvPr id="2" name="PitchProTitleShape">
            <a:extLst>
              <a:ext uri="{FF2B5EF4-FFF2-40B4-BE49-F238E27FC236}">
                <a16:creationId xmlns:a16="http://schemas.microsoft.com/office/drawing/2014/main" id="{C014E57E-DC01-9C74-A720-E2342306323B}"/>
              </a:ext>
            </a:extLst>
          </p:cNvPr>
          <p:cNvSpPr>
            <a:spLocks noGrp="1"/>
          </p:cNvSpPr>
          <p:nvPr>
            <p:ph type="title" idx="10"/>
          </p:nvPr>
        </p:nvSpPr>
        <p:spPr>
          <a:xfrm>
            <a:off x="475488" y="2916936"/>
            <a:ext cx="9107424" cy="557784"/>
          </a:xfrm>
        </p:spPr>
        <p:txBody>
          <a:bodyPr vert="horz"/>
          <a:lstStyle/>
          <a:p>
            <a:r>
              <a:rPr lang="en-US" sz="3200" dirty="0">
                <a:latin typeface="Arial"/>
                <a:cs typeface="Arial"/>
              </a:rPr>
              <a:t>Move To Prosper – Data Overview</a:t>
            </a:r>
          </a:p>
        </p:txBody>
      </p:sp>
      <p:sp>
        <p:nvSpPr>
          <p:cNvPr id="3" name="Subtitle 2">
            <a:extLst>
              <a:ext uri="{FF2B5EF4-FFF2-40B4-BE49-F238E27FC236}">
                <a16:creationId xmlns:a16="http://schemas.microsoft.com/office/drawing/2014/main" id="{47E49C61-6D4A-31DD-19D9-CBB29EDA96A1}"/>
              </a:ext>
            </a:extLst>
          </p:cNvPr>
          <p:cNvSpPr>
            <a:spLocks noGrp="1"/>
          </p:cNvSpPr>
          <p:nvPr>
            <p:ph type="subTitle" idx="11"/>
          </p:nvPr>
        </p:nvSpPr>
        <p:spPr>
          <a:xfrm>
            <a:off x="475488" y="3703319"/>
            <a:ext cx="2693045" cy="585216"/>
          </a:xfrm>
        </p:spPr>
        <p:txBody>
          <a:bodyPr wrap="none">
            <a:noAutofit/>
          </a:bodyPr>
          <a:lstStyle/>
          <a:p>
            <a:r>
              <a:rPr lang="en-US" dirty="0"/>
              <a:t>Data For Good Hackathon</a:t>
            </a:r>
          </a:p>
        </p:txBody>
      </p:sp>
      <p:sp>
        <p:nvSpPr>
          <p:cNvPr id="4" name="CoverPageDateText">
            <a:extLst>
              <a:ext uri="{FF2B5EF4-FFF2-40B4-BE49-F238E27FC236}">
                <a16:creationId xmlns:a16="http://schemas.microsoft.com/office/drawing/2014/main" id="{ECA80137-EF90-E944-E435-51506AF89DF7}"/>
              </a:ext>
            </a:extLst>
          </p:cNvPr>
          <p:cNvSpPr>
            <a:spLocks noGrp="1"/>
          </p:cNvSpPr>
          <p:nvPr>
            <p:ph type="body" sz="quarter" idx="12"/>
          </p:nvPr>
        </p:nvSpPr>
        <p:spPr>
          <a:xfrm>
            <a:off x="3270133" y="3703320"/>
            <a:ext cx="3008376" cy="365760"/>
          </a:xfrm>
        </p:spPr>
        <p:txBody>
          <a:bodyPr/>
          <a:lstStyle/>
          <a:p>
            <a:r>
              <a:rPr lang="en-US" dirty="0"/>
              <a:t>October 2023</a:t>
            </a:r>
          </a:p>
        </p:txBody>
      </p:sp>
      <p:sp>
        <p:nvSpPr>
          <p:cNvPr id="6" name="SubtitleDataPipeTag">
            <a:extLst>
              <a:ext uri="{FF2B5EF4-FFF2-40B4-BE49-F238E27FC236}">
                <a16:creationId xmlns:a16="http://schemas.microsoft.com/office/drawing/2014/main" id="{BA9C8223-D9FA-C109-CC91-BA26AF66AE4A}"/>
              </a:ext>
            </a:extLst>
          </p:cNvPr>
          <p:cNvSpPr txBox="1"/>
          <p:nvPr/>
        </p:nvSpPr>
        <p:spPr>
          <a:xfrm>
            <a:off x="3168533" y="3703319"/>
            <a:ext cx="101600" cy="365760"/>
          </a:xfrm>
          <a:prstGeom prst="rect">
            <a:avLst/>
          </a:prstGeom>
          <a:noFill/>
        </p:spPr>
        <p:txBody>
          <a:bodyPr vert="horz" wrap="none" lIns="0" tIns="0" rIns="0" bIns="45720" rtlCol="0" anchor="t">
            <a:noAutofit/>
          </a:bodyPr>
          <a:lstStyle/>
          <a:p>
            <a:pPr algn="ctr">
              <a:lnSpc>
                <a:spcPct val="110000"/>
              </a:lnSpc>
            </a:pPr>
            <a:r>
              <a:rPr lang="en-US" sz="1800" i="0" dirty="0">
                <a:solidFill>
                  <a:schemeClr val="tx2"/>
                </a:solidFill>
                <a:latin typeface="+mn-lt"/>
              </a:rPr>
              <a:t>|</a:t>
            </a:r>
          </a:p>
        </p:txBody>
      </p:sp>
    </p:spTree>
    <p:custDataLst>
      <p:tags r:id="rId1"/>
    </p:custDataLst>
    <p:extLst>
      <p:ext uri="{BB962C8B-B14F-4D97-AF65-F5344CB8AC3E}">
        <p14:creationId xmlns:p14="http://schemas.microsoft.com/office/powerpoint/2010/main" val="1492909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A95FF99-FFC0-2019-4E4C-31958A63D436}"/>
              </a:ext>
            </a:extLst>
          </p:cNvPr>
          <p:cNvGraphicFramePr>
            <a:graphicFrameLocks noChangeAspect="1"/>
          </p:cNvGraphicFramePr>
          <p:nvPr>
            <p:custDataLst>
              <p:tags r:id="rId2"/>
            </p:custDataLst>
            <p:extLst>
              <p:ext uri="{D42A27DB-BD31-4B8C-83A1-F6EECF244321}">
                <p14:modId xmlns:p14="http://schemas.microsoft.com/office/powerpoint/2010/main" val="41535582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6" imgH="367" progId="TCLayout.ActiveDocument.1">
                  <p:embed/>
                </p:oleObj>
              </mc:Choice>
              <mc:Fallback>
                <p:oleObj name="think-cell Slide" r:id="rId4" imgW="366" imgH="367" progId="TCLayout.ActiveDocument.1">
                  <p:embed/>
                  <p:pic>
                    <p:nvPicPr>
                      <p:cNvPr id="9" name="think-cell data - do not delete" hidden="1">
                        <a:extLst>
                          <a:ext uri="{FF2B5EF4-FFF2-40B4-BE49-F238E27FC236}">
                            <a16:creationId xmlns:a16="http://schemas.microsoft.com/office/drawing/2014/main" id="{AA95FF99-FFC0-2019-4E4C-31958A63D4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739092E7-4A12-316A-80EA-124D11C35279}"/>
              </a:ext>
            </a:extLst>
          </p:cNvPr>
          <p:cNvSpPr>
            <a:spLocks noGrp="1"/>
          </p:cNvSpPr>
          <p:nvPr>
            <p:ph type="title"/>
          </p:nvPr>
        </p:nvSpPr>
        <p:spPr>
          <a:xfrm>
            <a:off x="475488" y="621792"/>
            <a:ext cx="9582912" cy="685800"/>
          </a:xfrm>
        </p:spPr>
        <p:txBody>
          <a:bodyPr vert="horz"/>
          <a:lstStyle/>
          <a:p>
            <a:r>
              <a:rPr lang="en-US" sz="2100" b="1" dirty="0"/>
              <a:t>Geographical Mappings</a:t>
            </a:r>
          </a:p>
        </p:txBody>
      </p:sp>
      <p:sp>
        <p:nvSpPr>
          <p:cNvPr id="8" name="TextBox 7">
            <a:extLst>
              <a:ext uri="{FF2B5EF4-FFF2-40B4-BE49-F238E27FC236}">
                <a16:creationId xmlns:a16="http://schemas.microsoft.com/office/drawing/2014/main" id="{95E229E8-2955-7623-8D66-BD5861CC6C4B}"/>
              </a:ext>
            </a:extLst>
          </p:cNvPr>
          <p:cNvSpPr txBox="1"/>
          <p:nvPr/>
        </p:nvSpPr>
        <p:spPr>
          <a:xfrm>
            <a:off x="374903" y="1120014"/>
            <a:ext cx="9458414" cy="6081986"/>
          </a:xfrm>
          <a:prstGeom prst="rect">
            <a:avLst/>
          </a:prstGeom>
          <a:noFill/>
        </p:spPr>
        <p:txBody>
          <a:bodyPr vert="horz" wrap="square" lIns="91440" tIns="45720" rIns="91440" bIns="45720" rtlCol="0" anchor="t">
            <a:spAutoFit/>
          </a:bodyPr>
          <a:lstStyle/>
          <a:p>
            <a:pPr algn="l">
              <a:lnSpc>
                <a:spcPct val="110000"/>
              </a:lnSpc>
            </a:pPr>
            <a:r>
              <a:rPr lang="en-US" sz="1500" b="1" u="sng" dirty="0">
                <a:solidFill>
                  <a:schemeClr val="tx2"/>
                </a:solidFill>
                <a:latin typeface="Arial" panose="020B0604020202020204" pitchFamily="34" charset="0"/>
              </a:rPr>
              <a:t>About:</a:t>
            </a:r>
            <a:r>
              <a:rPr lang="en-US" sz="1500" b="1" dirty="0">
                <a:solidFill>
                  <a:schemeClr val="tx2"/>
                </a:solidFill>
                <a:latin typeface="Arial" panose="020B0604020202020204" pitchFamily="34" charset="0"/>
              </a:rPr>
              <a:t> </a:t>
            </a:r>
            <a:r>
              <a:rPr lang="en-US" sz="1500" dirty="0">
                <a:solidFill>
                  <a:schemeClr val="tx2"/>
                </a:solidFill>
                <a:latin typeface="Arial" panose="020B0604020202020204" pitchFamily="34" charset="0"/>
              </a:rPr>
              <a:t>These files allow joining multiple datasets across different geographic divisions (i.e., zip and county, or county and PUMA).</a:t>
            </a:r>
          </a:p>
          <a:p>
            <a:pPr algn="l">
              <a:lnSpc>
                <a:spcPct val="110000"/>
              </a:lnSpc>
            </a:pPr>
            <a:endParaRPr lang="en-US" sz="500" dirty="0">
              <a:solidFill>
                <a:schemeClr val="tx2"/>
              </a:solidFill>
              <a:latin typeface="Arial" panose="020B0604020202020204" pitchFamily="34" charset="0"/>
            </a:endParaRPr>
          </a:p>
          <a:p>
            <a:pPr algn="l">
              <a:lnSpc>
                <a:spcPct val="110000"/>
              </a:lnSpc>
            </a:pPr>
            <a:r>
              <a:rPr lang="en-US" sz="1500" b="1" u="sng" dirty="0">
                <a:solidFill>
                  <a:schemeClr val="tx2"/>
                </a:solidFill>
                <a:latin typeface="Arial" panose="020B0604020202020204" pitchFamily="34" charset="0"/>
              </a:rPr>
              <a:t>Important Note:</a:t>
            </a:r>
            <a:r>
              <a:rPr lang="en-US" sz="1500" b="1" dirty="0">
                <a:solidFill>
                  <a:schemeClr val="tx2"/>
                </a:solidFill>
                <a:latin typeface="Arial" panose="020B0604020202020204" pitchFamily="34" charset="0"/>
              </a:rPr>
              <a:t> </a:t>
            </a:r>
            <a:r>
              <a:rPr lang="en-US" sz="1500" dirty="0">
                <a:solidFill>
                  <a:schemeClr val="tx2"/>
                </a:solidFill>
                <a:latin typeface="Arial" panose="020B0604020202020204" pitchFamily="34" charset="0"/>
              </a:rPr>
              <a:t>Move to Prosper services currently cover Franklin and Delaware counties. Please consider filtering out these counties from your analysis and results</a:t>
            </a:r>
          </a:p>
          <a:p>
            <a:pPr algn="l">
              <a:lnSpc>
                <a:spcPct val="110000"/>
              </a:lnSpc>
            </a:pPr>
            <a:endParaRPr lang="en-US" sz="500" b="1" u="sng" dirty="0">
              <a:solidFill>
                <a:schemeClr val="tx2"/>
              </a:solidFill>
              <a:latin typeface="Arial" panose="020B0604020202020204" pitchFamily="34" charset="0"/>
            </a:endParaRPr>
          </a:p>
          <a:p>
            <a:pPr algn="l">
              <a:lnSpc>
                <a:spcPct val="110000"/>
              </a:lnSpc>
            </a:pPr>
            <a:r>
              <a:rPr lang="en-US" sz="1500" b="1" u="sng" dirty="0">
                <a:solidFill>
                  <a:schemeClr val="tx2"/>
                </a:solidFill>
                <a:latin typeface="Arial" panose="020B0604020202020204" pitchFamily="34" charset="0"/>
              </a:rPr>
              <a:t>Additional Information:</a:t>
            </a:r>
          </a:p>
          <a:p>
            <a:pPr algn="l">
              <a:lnSpc>
                <a:spcPct val="110000"/>
              </a:lnSpc>
            </a:pPr>
            <a:endParaRPr lang="en-US" sz="500" u="sng" dirty="0">
              <a:solidFill>
                <a:schemeClr val="tx2"/>
              </a:solidFill>
              <a:latin typeface="Arial" panose="020B0604020202020204" pitchFamily="34" charset="0"/>
            </a:endParaRPr>
          </a:p>
          <a:p>
            <a:pPr marL="285750" indent="-285750" algn="l">
              <a:lnSpc>
                <a:spcPct val="110000"/>
              </a:lnSpc>
              <a:buFont typeface="Arial" panose="020B0604020202020204" pitchFamily="34" charset="0"/>
              <a:buChar char="•"/>
            </a:pPr>
            <a:r>
              <a:rPr lang="en-US" sz="1500" b="1" dirty="0">
                <a:solidFill>
                  <a:schemeClr val="tx2"/>
                </a:solidFill>
                <a:latin typeface="Arial" panose="020B0604020202020204" pitchFamily="34" charset="0"/>
              </a:rPr>
              <a:t>FIPS Codes:</a:t>
            </a:r>
          </a:p>
          <a:p>
            <a:pPr marL="742950" lvl="1" indent="-285750">
              <a:lnSpc>
                <a:spcPct val="110000"/>
              </a:lnSpc>
              <a:buFont typeface="Arial" panose="020B0604020202020204" pitchFamily="34" charset="0"/>
              <a:buChar char="•"/>
            </a:pPr>
            <a:r>
              <a:rPr lang="en-US" sz="1500" dirty="0">
                <a:solidFill>
                  <a:schemeClr val="tx2"/>
                </a:solidFill>
                <a:latin typeface="Arial" panose="020B0604020202020204" pitchFamily="34" charset="0"/>
              </a:rPr>
              <a:t>There are FIPS codes for State, County, Census Tract, and Census Block Group. These are hierarchical:</a:t>
            </a:r>
          </a:p>
          <a:p>
            <a:pPr marL="742950" lvl="1" indent="-285750">
              <a:lnSpc>
                <a:spcPct val="110000"/>
              </a:lnSpc>
              <a:buFont typeface="Arial" panose="020B0604020202020204" pitchFamily="34" charset="0"/>
              <a:buChar char="•"/>
            </a:pPr>
            <a:endParaRPr lang="en-US" sz="1500" dirty="0">
              <a:solidFill>
                <a:schemeClr val="tx2"/>
              </a:solidFill>
              <a:latin typeface="Arial" panose="020B0604020202020204" pitchFamily="34" charset="0"/>
            </a:endParaRPr>
          </a:p>
          <a:p>
            <a:pPr marL="742950" lvl="1" indent="-285750">
              <a:lnSpc>
                <a:spcPct val="110000"/>
              </a:lnSpc>
              <a:buFont typeface="Arial" panose="020B0604020202020204" pitchFamily="34" charset="0"/>
              <a:buChar char="•"/>
            </a:pPr>
            <a:endParaRPr lang="en-US" sz="1500" dirty="0">
              <a:solidFill>
                <a:schemeClr val="tx2"/>
              </a:solidFill>
              <a:latin typeface="Arial" panose="020B0604020202020204" pitchFamily="34" charset="0"/>
            </a:endParaRPr>
          </a:p>
          <a:p>
            <a:pPr marL="742950" lvl="1" indent="-285750">
              <a:lnSpc>
                <a:spcPct val="110000"/>
              </a:lnSpc>
              <a:buFont typeface="Arial" panose="020B0604020202020204" pitchFamily="34" charset="0"/>
              <a:buChar char="•"/>
            </a:pPr>
            <a:endParaRPr lang="en-US" sz="1500" dirty="0">
              <a:solidFill>
                <a:schemeClr val="tx2"/>
              </a:solidFill>
              <a:latin typeface="Arial" panose="020B0604020202020204" pitchFamily="34" charset="0"/>
            </a:endParaRPr>
          </a:p>
          <a:p>
            <a:pPr marL="742950" lvl="1" indent="-285750">
              <a:lnSpc>
                <a:spcPct val="110000"/>
              </a:lnSpc>
              <a:buFont typeface="Arial" panose="020B0604020202020204" pitchFamily="34" charset="0"/>
              <a:buChar char="•"/>
            </a:pPr>
            <a:endParaRPr lang="en-US" sz="1500" dirty="0">
              <a:solidFill>
                <a:schemeClr val="tx2"/>
              </a:solidFill>
              <a:latin typeface="Arial" panose="020B0604020202020204" pitchFamily="34" charset="0"/>
            </a:endParaRPr>
          </a:p>
          <a:p>
            <a:pPr lvl="1">
              <a:lnSpc>
                <a:spcPct val="110000"/>
              </a:lnSpc>
            </a:pPr>
            <a:endParaRPr lang="en-US" sz="1500" dirty="0">
              <a:solidFill>
                <a:schemeClr val="tx2"/>
              </a:solidFill>
              <a:latin typeface="Arial" panose="020B0604020202020204" pitchFamily="34" charset="0"/>
            </a:endParaRPr>
          </a:p>
          <a:p>
            <a:pPr marL="742950" lvl="1" indent="-285750">
              <a:lnSpc>
                <a:spcPct val="110000"/>
              </a:lnSpc>
              <a:buFont typeface="Arial" panose="020B0604020202020204" pitchFamily="34" charset="0"/>
              <a:buChar char="•"/>
            </a:pPr>
            <a:endParaRPr lang="en-US" sz="1500" dirty="0">
              <a:solidFill>
                <a:schemeClr val="tx2"/>
              </a:solidFill>
              <a:latin typeface="Arial" panose="020B0604020202020204" pitchFamily="34" charset="0"/>
            </a:endParaRPr>
          </a:p>
          <a:p>
            <a:pPr marL="742950" lvl="1" indent="-285750">
              <a:lnSpc>
                <a:spcPct val="110000"/>
              </a:lnSpc>
              <a:buFont typeface="Arial" panose="020B0604020202020204" pitchFamily="34" charset="0"/>
              <a:buChar char="•"/>
            </a:pPr>
            <a:r>
              <a:rPr lang="en-US" sz="1500" dirty="0">
                <a:solidFill>
                  <a:schemeClr val="tx2"/>
                </a:solidFill>
                <a:latin typeface="Arial" panose="020B0604020202020204" pitchFamily="34" charset="0"/>
              </a:rPr>
              <a:t>Sometimes FIPS codes may be longer than the above because they include previous FIPS codes (i.e. Census Tract FIPS code may include State and County FIPS code):</a:t>
            </a:r>
          </a:p>
          <a:p>
            <a:pPr marL="742950" lvl="1" indent="-285750">
              <a:lnSpc>
                <a:spcPct val="110000"/>
              </a:lnSpc>
              <a:buFont typeface="Arial" panose="020B0604020202020204" pitchFamily="34" charset="0"/>
              <a:buChar char="•"/>
            </a:pPr>
            <a:endParaRPr lang="en-US" sz="1500" dirty="0">
              <a:solidFill>
                <a:schemeClr val="tx2"/>
              </a:solidFill>
              <a:latin typeface="Arial" panose="020B0604020202020204" pitchFamily="34" charset="0"/>
            </a:endParaRPr>
          </a:p>
          <a:p>
            <a:pPr lvl="1">
              <a:lnSpc>
                <a:spcPct val="110000"/>
              </a:lnSpc>
            </a:pPr>
            <a:endParaRPr lang="en-US" sz="1500" dirty="0">
              <a:solidFill>
                <a:schemeClr val="tx2"/>
              </a:solidFill>
              <a:latin typeface="Arial" panose="020B0604020202020204" pitchFamily="34" charset="0"/>
            </a:endParaRPr>
          </a:p>
          <a:p>
            <a:pPr lvl="1">
              <a:lnSpc>
                <a:spcPct val="110000"/>
              </a:lnSpc>
            </a:pPr>
            <a:endParaRPr lang="en-US" sz="1500" dirty="0">
              <a:solidFill>
                <a:schemeClr val="tx2"/>
              </a:solidFill>
              <a:latin typeface="Arial" panose="020B0604020202020204" pitchFamily="34" charset="0"/>
            </a:endParaRPr>
          </a:p>
          <a:p>
            <a:pPr lvl="1">
              <a:lnSpc>
                <a:spcPct val="110000"/>
              </a:lnSpc>
            </a:pPr>
            <a:endParaRPr lang="en-US" sz="1500" dirty="0">
              <a:solidFill>
                <a:schemeClr val="tx2"/>
              </a:solidFill>
              <a:latin typeface="Arial" panose="020B0604020202020204" pitchFamily="34" charset="0"/>
            </a:endParaRPr>
          </a:p>
          <a:p>
            <a:pPr marL="742950" lvl="1" indent="-285750">
              <a:lnSpc>
                <a:spcPct val="110000"/>
              </a:lnSpc>
              <a:buFont typeface="Arial" panose="020B0604020202020204" pitchFamily="34" charset="0"/>
              <a:buChar char="•"/>
            </a:pPr>
            <a:r>
              <a:rPr lang="en-US" sz="1500" dirty="0">
                <a:solidFill>
                  <a:schemeClr val="tx2"/>
                </a:solidFill>
                <a:latin typeface="Arial" panose="020B0604020202020204" pitchFamily="34" charset="0"/>
              </a:rPr>
              <a:t>When joining data on geography, make sure to be as specific as you can, as the same county FIPS codes will appear in different states)</a:t>
            </a:r>
          </a:p>
        </p:txBody>
      </p:sp>
      <p:graphicFrame>
        <p:nvGraphicFramePr>
          <p:cNvPr id="4" name="Table 5">
            <a:extLst>
              <a:ext uri="{FF2B5EF4-FFF2-40B4-BE49-F238E27FC236}">
                <a16:creationId xmlns:a16="http://schemas.microsoft.com/office/drawing/2014/main" id="{29A2D08F-CD7D-4084-3482-7903CFF700C6}"/>
              </a:ext>
            </a:extLst>
          </p:cNvPr>
          <p:cNvGraphicFramePr>
            <a:graphicFrameLocks noGrp="1"/>
          </p:cNvGraphicFramePr>
          <p:nvPr>
            <p:extLst>
              <p:ext uri="{D42A27DB-BD31-4B8C-83A1-F6EECF244321}">
                <p14:modId xmlns:p14="http://schemas.microsoft.com/office/powerpoint/2010/main" val="399561179"/>
              </p:ext>
            </p:extLst>
          </p:nvPr>
        </p:nvGraphicFramePr>
        <p:xfrm>
          <a:off x="3291840" y="3466338"/>
          <a:ext cx="4082208" cy="1352480"/>
        </p:xfrm>
        <a:graphic>
          <a:graphicData uri="http://schemas.openxmlformats.org/drawingml/2006/table">
            <a:tbl>
              <a:tblPr firstRow="1" bandRow="1">
                <a:tableStyleId>{5940675A-B579-460E-94D1-54222C63F5DA}</a:tableStyleId>
              </a:tblPr>
              <a:tblGrid>
                <a:gridCol w="2041104">
                  <a:extLst>
                    <a:ext uri="{9D8B030D-6E8A-4147-A177-3AD203B41FA5}">
                      <a16:colId xmlns:a16="http://schemas.microsoft.com/office/drawing/2014/main" val="2818297863"/>
                    </a:ext>
                  </a:extLst>
                </a:gridCol>
                <a:gridCol w="2041104">
                  <a:extLst>
                    <a:ext uri="{9D8B030D-6E8A-4147-A177-3AD203B41FA5}">
                      <a16:colId xmlns:a16="http://schemas.microsoft.com/office/drawing/2014/main" val="3998472812"/>
                    </a:ext>
                  </a:extLst>
                </a:gridCol>
              </a:tblGrid>
              <a:tr h="338120">
                <a:tc>
                  <a:txBody>
                    <a:bodyPr/>
                    <a:lstStyle/>
                    <a:p>
                      <a:pPr algn="l" rtl="0"/>
                      <a:r>
                        <a:rPr lang="en-US" sz="1100" b="1" dirty="0"/>
                        <a:t>State</a:t>
                      </a:r>
                    </a:p>
                  </a:txBody>
                  <a:tcPr anchor="ctr">
                    <a:solidFill>
                      <a:schemeClr val="bg1">
                        <a:lumMod val="95000"/>
                      </a:schemeClr>
                    </a:solidFill>
                  </a:tcPr>
                </a:tc>
                <a:tc>
                  <a:txBody>
                    <a:bodyPr/>
                    <a:lstStyle/>
                    <a:p>
                      <a:pPr algn="l" rtl="0"/>
                      <a:r>
                        <a:rPr lang="en-US" sz="1100" dirty="0"/>
                        <a:t>2-digit FIPS code</a:t>
                      </a:r>
                    </a:p>
                  </a:txBody>
                  <a:tcPr anchor="ctr">
                    <a:solidFill>
                      <a:schemeClr val="bg1">
                        <a:lumMod val="95000"/>
                      </a:schemeClr>
                    </a:solidFill>
                  </a:tcPr>
                </a:tc>
                <a:extLst>
                  <a:ext uri="{0D108BD9-81ED-4DB2-BD59-A6C34878D82A}">
                    <a16:rowId xmlns:a16="http://schemas.microsoft.com/office/drawing/2014/main" val="2383650319"/>
                  </a:ext>
                </a:extLst>
              </a:tr>
              <a:tr h="338120">
                <a:tc>
                  <a:txBody>
                    <a:bodyPr/>
                    <a:lstStyle/>
                    <a:p>
                      <a:pPr algn="l" rtl="0"/>
                      <a:r>
                        <a:rPr lang="en-US" sz="1100" b="1" dirty="0"/>
                        <a:t>County</a:t>
                      </a:r>
                    </a:p>
                  </a:txBody>
                  <a:tcPr anchor="ctr">
                    <a:solidFill>
                      <a:schemeClr val="bg1">
                        <a:lumMod val="95000"/>
                      </a:schemeClr>
                    </a:solidFill>
                  </a:tcPr>
                </a:tc>
                <a:tc>
                  <a:txBody>
                    <a:bodyPr/>
                    <a:lstStyle/>
                    <a:p>
                      <a:pPr algn="l" rtl="0"/>
                      <a:r>
                        <a:rPr lang="en-US" sz="1100" dirty="0"/>
                        <a:t>3-digit FIPS code</a:t>
                      </a:r>
                    </a:p>
                  </a:txBody>
                  <a:tcPr anchor="ctr">
                    <a:solidFill>
                      <a:schemeClr val="bg1">
                        <a:lumMod val="95000"/>
                      </a:schemeClr>
                    </a:solidFill>
                  </a:tcPr>
                </a:tc>
                <a:extLst>
                  <a:ext uri="{0D108BD9-81ED-4DB2-BD59-A6C34878D82A}">
                    <a16:rowId xmlns:a16="http://schemas.microsoft.com/office/drawing/2014/main" val="1673870698"/>
                  </a:ext>
                </a:extLst>
              </a:tr>
              <a:tr h="338120">
                <a:tc>
                  <a:txBody>
                    <a:bodyPr/>
                    <a:lstStyle/>
                    <a:p>
                      <a:pPr algn="l" rtl="0"/>
                      <a:r>
                        <a:rPr lang="en-US" sz="1100" b="1" dirty="0"/>
                        <a:t>Census Tract</a:t>
                      </a:r>
                    </a:p>
                  </a:txBody>
                  <a:tcPr anchor="ctr">
                    <a:solidFill>
                      <a:schemeClr val="bg1">
                        <a:lumMod val="95000"/>
                      </a:schemeClr>
                    </a:solidFill>
                  </a:tcPr>
                </a:tc>
                <a:tc>
                  <a:txBody>
                    <a:bodyPr/>
                    <a:lstStyle/>
                    <a:p>
                      <a:pPr algn="l" rtl="0"/>
                      <a:r>
                        <a:rPr lang="en-US" sz="1100" dirty="0"/>
                        <a:t>6-digit FIPS code</a:t>
                      </a:r>
                    </a:p>
                  </a:txBody>
                  <a:tcPr anchor="ctr">
                    <a:solidFill>
                      <a:schemeClr val="bg1">
                        <a:lumMod val="95000"/>
                      </a:schemeClr>
                    </a:solidFill>
                  </a:tcPr>
                </a:tc>
                <a:extLst>
                  <a:ext uri="{0D108BD9-81ED-4DB2-BD59-A6C34878D82A}">
                    <a16:rowId xmlns:a16="http://schemas.microsoft.com/office/drawing/2014/main" val="2779522538"/>
                  </a:ext>
                </a:extLst>
              </a:tr>
              <a:tr h="338120">
                <a:tc>
                  <a:txBody>
                    <a:bodyPr/>
                    <a:lstStyle/>
                    <a:p>
                      <a:pPr algn="l" rtl="0"/>
                      <a:r>
                        <a:rPr lang="en-US" sz="1100" b="1" dirty="0"/>
                        <a:t>Census Block Group</a:t>
                      </a:r>
                    </a:p>
                  </a:txBody>
                  <a:tcPr anchor="ctr">
                    <a:solidFill>
                      <a:schemeClr val="bg1">
                        <a:lumMod val="95000"/>
                      </a:schemeClr>
                    </a:solidFill>
                  </a:tcPr>
                </a:tc>
                <a:tc>
                  <a:txBody>
                    <a:bodyPr/>
                    <a:lstStyle/>
                    <a:p>
                      <a:pPr algn="l" rtl="0"/>
                      <a:r>
                        <a:rPr lang="en-US" sz="1100" dirty="0"/>
                        <a:t>1-digit FIPS code </a:t>
                      </a:r>
                    </a:p>
                  </a:txBody>
                  <a:tcPr anchor="ctr">
                    <a:solidFill>
                      <a:schemeClr val="bg1">
                        <a:lumMod val="95000"/>
                      </a:schemeClr>
                    </a:solidFill>
                  </a:tcPr>
                </a:tc>
                <a:extLst>
                  <a:ext uri="{0D108BD9-81ED-4DB2-BD59-A6C34878D82A}">
                    <a16:rowId xmlns:a16="http://schemas.microsoft.com/office/drawing/2014/main" val="3136182583"/>
                  </a:ext>
                </a:extLst>
              </a:tr>
            </a:tbl>
          </a:graphicData>
        </a:graphic>
      </p:graphicFrame>
      <p:pic>
        <p:nvPicPr>
          <p:cNvPr id="1026" name="Picture 2" descr="What Is A Census Block Group">
            <a:extLst>
              <a:ext uri="{FF2B5EF4-FFF2-40B4-BE49-F238E27FC236}">
                <a16:creationId xmlns:a16="http://schemas.microsoft.com/office/drawing/2014/main" id="{2A5C0253-533B-E901-4219-66FA6950ED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9264" y="5526065"/>
            <a:ext cx="3547360" cy="865210"/>
          </a:xfrm>
          <a:prstGeom prst="rect">
            <a:avLst/>
          </a:prstGeom>
          <a:noFill/>
          <a:extLst>
            <a:ext uri="{909E8E84-426E-40DD-AFC4-6F175D3DCCD1}">
              <a14:hiddenFill xmlns:a14="http://schemas.microsoft.com/office/drawing/2010/main">
                <a:solidFill>
                  <a:srgbClr val="FFFFFF"/>
                </a:solidFill>
              </a14:hiddenFill>
            </a:ext>
          </a:extLst>
        </p:spPr>
      </p:pic>
      <p:sp>
        <p:nvSpPr>
          <p:cNvPr id="2" name="PageNumber">
            <a:extLst>
              <a:ext uri="{FF2B5EF4-FFF2-40B4-BE49-F238E27FC236}">
                <a16:creationId xmlns:a16="http://schemas.microsoft.com/office/drawing/2014/main" id="{E2B2E33F-C8CC-CB12-734D-616EC112A3A9}"/>
              </a:ext>
            </a:extLst>
          </p:cNvPr>
          <p:cNvSpPr txBox="1"/>
          <p:nvPr/>
        </p:nvSpPr>
        <p:spPr>
          <a:xfrm>
            <a:off x="9198864" y="7450696"/>
            <a:ext cx="384048" cy="140488"/>
          </a:xfrm>
          <a:prstGeom prst="rect">
            <a:avLst/>
          </a:prstGeom>
          <a:noFill/>
        </p:spPr>
        <p:txBody>
          <a:bodyPr vert="horz" wrap="square" lIns="0" tIns="0" rIns="0" bIns="0" rtlCol="0" anchor="ctr">
            <a:spAutoFit/>
          </a:bodyPr>
          <a:lstStyle/>
          <a:p>
            <a:pPr algn="r">
              <a:lnSpc>
                <a:spcPct val="110000"/>
              </a:lnSpc>
            </a:pPr>
            <a:r>
              <a:rPr lang="en-US" sz="900" dirty="0">
                <a:solidFill>
                  <a:schemeClr val="tx2"/>
                </a:solidFill>
                <a:latin typeface="Arial" panose="020B0604020202020204" pitchFamily="34" charset="0"/>
              </a:rPr>
              <a:t>1</a:t>
            </a:r>
          </a:p>
        </p:txBody>
      </p:sp>
    </p:spTree>
    <p:custDataLst>
      <p:tags r:id="rId1"/>
    </p:custDataLst>
    <p:extLst>
      <p:ext uri="{BB962C8B-B14F-4D97-AF65-F5344CB8AC3E}">
        <p14:creationId xmlns:p14="http://schemas.microsoft.com/office/powerpoint/2010/main" val="3484252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A95FF99-FFC0-2019-4E4C-31958A63D436}"/>
              </a:ext>
            </a:extLst>
          </p:cNvPr>
          <p:cNvGraphicFramePr>
            <a:graphicFrameLocks noChangeAspect="1"/>
          </p:cNvGraphicFramePr>
          <p:nvPr>
            <p:custDataLst>
              <p:tags r:id="rId2"/>
            </p:custDataLst>
            <p:extLst>
              <p:ext uri="{D42A27DB-BD31-4B8C-83A1-F6EECF244321}">
                <p14:modId xmlns:p14="http://schemas.microsoft.com/office/powerpoint/2010/main" val="20248814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6" imgH="367" progId="TCLayout.ActiveDocument.1">
                  <p:embed/>
                </p:oleObj>
              </mc:Choice>
              <mc:Fallback>
                <p:oleObj name="think-cell Slide" r:id="rId4" imgW="366" imgH="367" progId="TCLayout.ActiveDocument.1">
                  <p:embed/>
                  <p:pic>
                    <p:nvPicPr>
                      <p:cNvPr id="9" name="think-cell data - do not delete" hidden="1">
                        <a:extLst>
                          <a:ext uri="{FF2B5EF4-FFF2-40B4-BE49-F238E27FC236}">
                            <a16:creationId xmlns:a16="http://schemas.microsoft.com/office/drawing/2014/main" id="{AA95FF99-FFC0-2019-4E4C-31958A63D4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739092E7-4A12-316A-80EA-124D11C35279}"/>
              </a:ext>
            </a:extLst>
          </p:cNvPr>
          <p:cNvSpPr>
            <a:spLocks noGrp="1"/>
          </p:cNvSpPr>
          <p:nvPr>
            <p:ph type="title"/>
          </p:nvPr>
        </p:nvSpPr>
        <p:spPr>
          <a:xfrm>
            <a:off x="475488" y="621792"/>
            <a:ext cx="9582912" cy="685800"/>
          </a:xfrm>
        </p:spPr>
        <p:txBody>
          <a:bodyPr vert="horz"/>
          <a:lstStyle/>
          <a:p>
            <a:r>
              <a:rPr lang="en-US" sz="2100" b="1"/>
              <a:t>American Community Survey Public Use Microdata Survey (ACS PUMS) </a:t>
            </a:r>
          </a:p>
        </p:txBody>
      </p:sp>
      <p:sp>
        <p:nvSpPr>
          <p:cNvPr id="7" name="Subtitle 6">
            <a:extLst>
              <a:ext uri="{FF2B5EF4-FFF2-40B4-BE49-F238E27FC236}">
                <a16:creationId xmlns:a16="http://schemas.microsoft.com/office/drawing/2014/main" id="{F75AA56D-1802-9CAD-C1F3-97B5D7668CDB}"/>
              </a:ext>
            </a:extLst>
          </p:cNvPr>
          <p:cNvSpPr>
            <a:spLocks noGrp="1"/>
          </p:cNvSpPr>
          <p:nvPr>
            <p:ph type="subTitle" sz="quarter" idx="11"/>
          </p:nvPr>
        </p:nvSpPr>
        <p:spPr>
          <a:xfrm>
            <a:off x="475488" y="1135380"/>
            <a:ext cx="9107424" cy="5077307"/>
          </a:xfrm>
        </p:spPr>
        <p:txBody>
          <a:bodyPr/>
          <a:lstStyle/>
          <a:p>
            <a:r>
              <a:rPr lang="en-US" b="1" u="sng"/>
              <a:t>About:</a:t>
            </a:r>
            <a:r>
              <a:rPr lang="en-US"/>
              <a:t> The Public Use Microdata Survey (PUMS) surveys 1% of the US population every year, and are a set of </a:t>
            </a:r>
            <a:r>
              <a:rPr lang="en-US" err="1"/>
              <a:t>untabulated</a:t>
            </a:r>
            <a:r>
              <a:rPr lang="en-US"/>
              <a:t> records about individual people or housing units. The data is divided into states and Public Use Microdata Area (PUMA) Codes (see the geographical mappings to match these with county or other geographical divisions).</a:t>
            </a:r>
          </a:p>
          <a:p>
            <a:r>
              <a:rPr lang="en-US" b="1" u="sng"/>
              <a:t>Source:</a:t>
            </a:r>
            <a:r>
              <a:rPr lang="en-US" b="1"/>
              <a:t> </a:t>
            </a:r>
            <a:r>
              <a:rPr lang="en-US">
                <a:hlinkClick r:id="rId6"/>
              </a:rPr>
              <a:t>https://www.census.gov/programs-surveys/acs/microdata/access.html</a:t>
            </a:r>
            <a:r>
              <a:rPr lang="en-US"/>
              <a:t> </a:t>
            </a:r>
          </a:p>
          <a:p>
            <a:r>
              <a:rPr lang="en-US" b="1" u="sng"/>
              <a:t>Additional Information:</a:t>
            </a:r>
          </a:p>
          <a:p>
            <a:pPr marL="285750" indent="-285750">
              <a:buFont typeface="Arial" panose="020B0604020202020204" pitchFamily="34" charset="0"/>
              <a:buChar char="•"/>
            </a:pPr>
            <a:r>
              <a:rPr lang="en-US"/>
              <a:t>Visit this link to do exploratory analysis on the census website: </a:t>
            </a:r>
            <a:r>
              <a:rPr lang="en-US">
                <a:hlinkClick r:id="rId7"/>
              </a:rPr>
              <a:t>https://data.census.gov/mdat/#/</a:t>
            </a:r>
            <a:endParaRPr lang="en-US"/>
          </a:p>
          <a:p>
            <a:pPr marL="285750" indent="-285750">
              <a:buFont typeface="Arial" panose="020B0604020202020204" pitchFamily="34" charset="0"/>
              <a:buChar char="•"/>
            </a:pPr>
            <a:r>
              <a:rPr lang="en-US"/>
              <a:t>Note: The census did not release 2020 data due to difficulty collecting data during the pandemic</a:t>
            </a:r>
          </a:p>
          <a:p>
            <a:endParaRPr lang="en-US" b="1" u="sng"/>
          </a:p>
          <a:p>
            <a:endParaRPr lang="en-US" b="1" u="sng"/>
          </a:p>
          <a:p>
            <a:endParaRPr lang="en-US" b="1" u="sng"/>
          </a:p>
          <a:p>
            <a:endParaRPr lang="en-US" b="1" u="sng"/>
          </a:p>
          <a:p>
            <a:r>
              <a:rPr lang="en-US"/>
              <a:t> </a:t>
            </a:r>
          </a:p>
        </p:txBody>
      </p:sp>
      <p:sp>
        <p:nvSpPr>
          <p:cNvPr id="2" name="PageNumber">
            <a:extLst>
              <a:ext uri="{FF2B5EF4-FFF2-40B4-BE49-F238E27FC236}">
                <a16:creationId xmlns:a16="http://schemas.microsoft.com/office/drawing/2014/main" id="{76080074-70B5-1EA5-85AA-461CD0B27656}"/>
              </a:ext>
            </a:extLst>
          </p:cNvPr>
          <p:cNvSpPr txBox="1"/>
          <p:nvPr/>
        </p:nvSpPr>
        <p:spPr>
          <a:xfrm>
            <a:off x="9198864" y="7450696"/>
            <a:ext cx="384048" cy="140488"/>
          </a:xfrm>
          <a:prstGeom prst="rect">
            <a:avLst/>
          </a:prstGeom>
          <a:noFill/>
        </p:spPr>
        <p:txBody>
          <a:bodyPr vert="horz" wrap="square" lIns="0" tIns="0" rIns="0" bIns="0" rtlCol="0" anchor="ctr">
            <a:spAutoFit/>
          </a:bodyPr>
          <a:lstStyle/>
          <a:p>
            <a:pPr algn="r">
              <a:lnSpc>
                <a:spcPct val="110000"/>
              </a:lnSpc>
            </a:pPr>
            <a:r>
              <a:rPr lang="en-US" sz="900" dirty="0">
                <a:solidFill>
                  <a:schemeClr val="tx2"/>
                </a:solidFill>
                <a:latin typeface="Arial" panose="020B0604020202020204" pitchFamily="34" charset="0"/>
              </a:rPr>
              <a:t>2</a:t>
            </a:r>
          </a:p>
        </p:txBody>
      </p:sp>
    </p:spTree>
    <p:custDataLst>
      <p:tags r:id="rId1"/>
    </p:custDataLst>
    <p:extLst>
      <p:ext uri="{BB962C8B-B14F-4D97-AF65-F5344CB8AC3E}">
        <p14:creationId xmlns:p14="http://schemas.microsoft.com/office/powerpoint/2010/main" val="1709185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A95FF99-FFC0-2019-4E4C-31958A63D436}"/>
              </a:ext>
            </a:extLst>
          </p:cNvPr>
          <p:cNvGraphicFramePr>
            <a:graphicFrameLocks noChangeAspect="1"/>
          </p:cNvGraphicFramePr>
          <p:nvPr>
            <p:custDataLst>
              <p:tags r:id="rId2"/>
            </p:custDataLst>
            <p:extLst>
              <p:ext uri="{D42A27DB-BD31-4B8C-83A1-F6EECF244321}">
                <p14:modId xmlns:p14="http://schemas.microsoft.com/office/powerpoint/2010/main" val="7690597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6" imgH="367" progId="TCLayout.ActiveDocument.1">
                  <p:embed/>
                </p:oleObj>
              </mc:Choice>
              <mc:Fallback>
                <p:oleObj name="think-cell Slide" r:id="rId4" imgW="366" imgH="367" progId="TCLayout.ActiveDocument.1">
                  <p:embed/>
                  <p:pic>
                    <p:nvPicPr>
                      <p:cNvPr id="9" name="think-cell data - do not delete" hidden="1">
                        <a:extLst>
                          <a:ext uri="{FF2B5EF4-FFF2-40B4-BE49-F238E27FC236}">
                            <a16:creationId xmlns:a16="http://schemas.microsoft.com/office/drawing/2014/main" id="{AA95FF99-FFC0-2019-4E4C-31958A63D4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739092E7-4A12-316A-80EA-124D11C35279}"/>
              </a:ext>
            </a:extLst>
          </p:cNvPr>
          <p:cNvSpPr>
            <a:spLocks noGrp="1"/>
          </p:cNvSpPr>
          <p:nvPr>
            <p:ph type="title"/>
          </p:nvPr>
        </p:nvSpPr>
        <p:spPr>
          <a:xfrm>
            <a:off x="475488" y="621792"/>
            <a:ext cx="9582912" cy="685800"/>
          </a:xfrm>
        </p:spPr>
        <p:txBody>
          <a:bodyPr vert="horz"/>
          <a:lstStyle/>
          <a:p>
            <a:r>
              <a:rPr lang="en-US" sz="2100" b="1"/>
              <a:t>County Business Patterns (CBS) Economics Survey</a:t>
            </a:r>
          </a:p>
        </p:txBody>
      </p:sp>
      <p:sp>
        <p:nvSpPr>
          <p:cNvPr id="7" name="Subtitle 6">
            <a:extLst>
              <a:ext uri="{FF2B5EF4-FFF2-40B4-BE49-F238E27FC236}">
                <a16:creationId xmlns:a16="http://schemas.microsoft.com/office/drawing/2014/main" id="{F75AA56D-1802-9CAD-C1F3-97B5D7668CDB}"/>
              </a:ext>
            </a:extLst>
          </p:cNvPr>
          <p:cNvSpPr>
            <a:spLocks noGrp="1"/>
          </p:cNvSpPr>
          <p:nvPr>
            <p:ph type="subTitle" sz="quarter" idx="11"/>
          </p:nvPr>
        </p:nvSpPr>
        <p:spPr>
          <a:xfrm>
            <a:off x="475488" y="1135380"/>
            <a:ext cx="9107424" cy="1366849"/>
          </a:xfrm>
        </p:spPr>
        <p:txBody>
          <a:bodyPr/>
          <a:lstStyle/>
          <a:p>
            <a:r>
              <a:rPr lang="en-US" b="1" u="sng" dirty="0"/>
              <a:t>About:</a:t>
            </a:r>
            <a:r>
              <a:rPr lang="en-US" dirty="0"/>
              <a:t> This dataset contains information on establishments provided by the County Business Patterns Economics Survey.</a:t>
            </a:r>
          </a:p>
          <a:p>
            <a:r>
              <a:rPr lang="en-US" b="1" u="sng" dirty="0"/>
              <a:t>Source:</a:t>
            </a:r>
            <a:r>
              <a:rPr lang="en-US" b="1" dirty="0"/>
              <a:t> </a:t>
            </a:r>
            <a:r>
              <a:rPr lang="en-US" dirty="0">
                <a:hlinkClick r:id="rId6"/>
              </a:rPr>
              <a:t>https://www.census.gov/programs-surveys/cbp.html</a:t>
            </a:r>
            <a:endParaRPr lang="en-US" dirty="0"/>
          </a:p>
          <a:p>
            <a:endParaRPr lang="en-US" b="1" u="sng" dirty="0"/>
          </a:p>
          <a:p>
            <a:endParaRPr lang="en-US" b="1" u="sng" dirty="0"/>
          </a:p>
          <a:p>
            <a:endParaRPr lang="en-US" b="1" u="sng" dirty="0"/>
          </a:p>
          <a:p>
            <a:endParaRPr lang="en-US" b="1" u="sng" dirty="0"/>
          </a:p>
          <a:p>
            <a:r>
              <a:rPr lang="en-US" dirty="0"/>
              <a:t> </a:t>
            </a:r>
          </a:p>
        </p:txBody>
      </p:sp>
      <p:sp>
        <p:nvSpPr>
          <p:cNvPr id="3" name="Title 4">
            <a:extLst>
              <a:ext uri="{FF2B5EF4-FFF2-40B4-BE49-F238E27FC236}">
                <a16:creationId xmlns:a16="http://schemas.microsoft.com/office/drawing/2014/main" id="{97E7F42E-DF51-E273-8844-8ED5C06B1F5E}"/>
              </a:ext>
            </a:extLst>
          </p:cNvPr>
          <p:cNvSpPr txBox="1">
            <a:spLocks/>
          </p:cNvSpPr>
          <p:nvPr/>
        </p:nvSpPr>
        <p:spPr>
          <a:xfrm>
            <a:off x="475488" y="4793236"/>
            <a:ext cx="9582912" cy="685800"/>
          </a:xfrm>
          <a:prstGeom prst="rect">
            <a:avLst/>
          </a:prstGeom>
        </p:spPr>
        <p:txBody>
          <a:bodyPr vert="horz" wrap="square" lIns="0" tIns="0" rIns="0" bIns="0" rtlCol="0" anchor="t">
            <a:noAutofit/>
          </a:bodyPr>
          <a:lstStyle>
            <a:lvl1pPr algn="l" defTabSz="914400" rtl="0" eaLnBrk="1" latinLnBrk="0" hangingPunct="1">
              <a:spcBef>
                <a:spcPct val="0"/>
              </a:spcBef>
              <a:buFontTx/>
              <a:buNone/>
              <a:defRPr sz="2200" b="0" i="0" kern="1200">
                <a:solidFill>
                  <a:schemeClr val="tx2"/>
                </a:solidFill>
                <a:latin typeface="Arial" panose="020B0604020202020204" pitchFamily="34" charset="0"/>
                <a:ea typeface="+mj-ea"/>
                <a:cs typeface="+mj-cs"/>
              </a:defRPr>
            </a:lvl1pPr>
          </a:lstStyle>
          <a:p>
            <a:r>
              <a:rPr lang="en-US" sz="2100" b="1" dirty="0"/>
              <a:t>HUD Rent Data</a:t>
            </a:r>
          </a:p>
        </p:txBody>
      </p:sp>
      <p:sp>
        <p:nvSpPr>
          <p:cNvPr id="4" name="Subtitle 6">
            <a:extLst>
              <a:ext uri="{FF2B5EF4-FFF2-40B4-BE49-F238E27FC236}">
                <a16:creationId xmlns:a16="http://schemas.microsoft.com/office/drawing/2014/main" id="{CF49E195-AEF4-A818-57D3-8A33C6FFFAF3}"/>
              </a:ext>
            </a:extLst>
          </p:cNvPr>
          <p:cNvSpPr txBox="1">
            <a:spLocks/>
          </p:cNvSpPr>
          <p:nvPr/>
        </p:nvSpPr>
        <p:spPr>
          <a:xfrm>
            <a:off x="475488" y="5306824"/>
            <a:ext cx="9107424" cy="1366849"/>
          </a:xfrm>
          <a:prstGeom prst="rect">
            <a:avLst/>
          </a:prstGeom>
        </p:spPr>
        <p:txBody>
          <a:bodyPr vert="horz" wrap="square" lIns="0" tIns="0" rIns="0" bIns="0" rtlCol="0" anchor="t">
            <a:noAutofit/>
          </a:bodyPr>
          <a:lstStyle>
            <a:lvl1pPr marL="0" indent="0" algn="l" defTabSz="914400" rtl="0" eaLnBrk="1" latinLnBrk="0" hangingPunct="1">
              <a:lnSpc>
                <a:spcPct val="110000"/>
              </a:lnSpc>
              <a:spcBef>
                <a:spcPts val="1000"/>
              </a:spcBef>
              <a:spcAft>
                <a:spcPct val="0"/>
              </a:spcAft>
              <a:buFontTx/>
              <a:buNone/>
              <a:defRPr sz="1500" b="0" i="0" kern="1200">
                <a:solidFill>
                  <a:schemeClr val="tx2"/>
                </a:solidFill>
                <a:latin typeface="Arial" panose="020B0604020202020204" pitchFamily="34" charset="0"/>
                <a:ea typeface="+mn-ea"/>
                <a:cs typeface="+mn-cs"/>
              </a:defRPr>
            </a:lvl1pPr>
            <a:lvl2pPr marL="457200" indent="0" algn="ctr" defTabSz="914400" rtl="0" eaLnBrk="1" latinLnBrk="0" hangingPunct="1">
              <a:lnSpc>
                <a:spcPct val="110000"/>
              </a:lnSpc>
              <a:spcBef>
                <a:spcPts val="600"/>
              </a:spcBef>
              <a:spcAft>
                <a:spcPct val="0"/>
              </a:spcAft>
              <a:buClr>
                <a:schemeClr val="bg2">
                  <a:lumMod val="100000"/>
                </a:schemeClr>
              </a:buClr>
              <a:buSzPct val="92000"/>
              <a:buFont typeface="Wingdings" panose="05000000000000000000" pitchFamily="2" charset="2"/>
              <a:buNone/>
              <a:defRPr sz="1200" b="0" i="0" kern="1200">
                <a:solidFill>
                  <a:schemeClr val="tx2"/>
                </a:solidFill>
                <a:latin typeface="Arial" panose="020B0604020202020204" pitchFamily="34" charset="0"/>
                <a:ea typeface="+mn-ea"/>
                <a:cs typeface="+mn-cs"/>
              </a:defRPr>
            </a:lvl2pPr>
            <a:lvl3pPr marL="914400" indent="0" algn="ctr" defTabSz="914400" rtl="0" eaLnBrk="1" latinLnBrk="0" hangingPunct="1">
              <a:lnSpc>
                <a:spcPct val="110000"/>
              </a:lnSpc>
              <a:spcBef>
                <a:spcPts val="300"/>
              </a:spcBef>
              <a:spcAft>
                <a:spcPct val="0"/>
              </a:spcAft>
              <a:buClr>
                <a:schemeClr val="tx2">
                  <a:lumMod val="100000"/>
                </a:schemeClr>
              </a:buClr>
              <a:buSzPct val="92000"/>
              <a:buFont typeface="Wingdings" panose="05000000000000000000" pitchFamily="2" charset="2"/>
              <a:buNone/>
              <a:defRPr sz="1200" b="0" i="0" kern="1200">
                <a:solidFill>
                  <a:schemeClr val="tx2"/>
                </a:solidFill>
                <a:latin typeface="Arial" panose="020B0604020202020204" pitchFamily="34" charset="0"/>
                <a:ea typeface="+mn-ea"/>
                <a:cs typeface="+mn-cs"/>
              </a:defRPr>
            </a:lvl3pPr>
            <a:lvl4pPr marL="1371600" indent="0" algn="ctr" defTabSz="914400" rtl="0" eaLnBrk="1" latinLnBrk="0" hangingPunct="1">
              <a:lnSpc>
                <a:spcPct val="110000"/>
              </a:lnSpc>
              <a:spcBef>
                <a:spcPts val="100"/>
              </a:spcBef>
              <a:spcAft>
                <a:spcPct val="0"/>
              </a:spcAft>
              <a:buClr>
                <a:schemeClr val="tx2">
                  <a:lumMod val="100000"/>
                </a:schemeClr>
              </a:buClr>
              <a:buSzPct val="100000"/>
              <a:buFont typeface="Arial" panose="020B0604020202020204" pitchFamily="34" charset="0"/>
              <a:buNone/>
              <a:defRPr sz="1200" b="0" i="0" kern="1200">
                <a:solidFill>
                  <a:schemeClr val="tx2"/>
                </a:solidFill>
                <a:latin typeface="Arial" panose="020B0604020202020204" pitchFamily="34" charset="0"/>
                <a:ea typeface="+mn-ea"/>
                <a:cs typeface="+mn-cs"/>
              </a:defRPr>
            </a:lvl4pPr>
            <a:lvl5pPr marL="1828800" indent="0" algn="ctr" defTabSz="914400" rtl="0" eaLnBrk="1" latinLnBrk="0" hangingPunct="1">
              <a:lnSpc>
                <a:spcPct val="110000"/>
              </a:lnSpc>
              <a:spcBef>
                <a:spcPts val="0"/>
              </a:spcBef>
              <a:spcAft>
                <a:spcPct val="0"/>
              </a:spcAft>
              <a:buClr>
                <a:schemeClr val="tx2">
                  <a:lumMod val="100000"/>
                </a:schemeClr>
              </a:buClr>
              <a:buSzPct val="100000"/>
              <a:buFont typeface="Arial" panose="020B0604020202020204" pitchFamily="34" charset="0"/>
              <a:buNone/>
              <a:defRPr sz="1200" b="0" i="0" kern="1200">
                <a:solidFill>
                  <a:schemeClr val="tx2"/>
                </a:solidFill>
                <a:latin typeface="Arial" panose="020B0604020202020204" pitchFamily="34" charset="0"/>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9pPr>
          </a:lstStyle>
          <a:p>
            <a:r>
              <a:rPr lang="en-US" b="1" u="sng" dirty="0"/>
              <a:t>About:</a:t>
            </a:r>
            <a:r>
              <a:rPr lang="en-US" dirty="0"/>
              <a:t> This dataset contains typical rents for </a:t>
            </a:r>
            <a:r>
              <a:rPr lang="en-US" dirty="0" err="1"/>
              <a:t>zipcodes</a:t>
            </a:r>
            <a:r>
              <a:rPr lang="en-US" dirty="0"/>
              <a:t> in Ohio broken down by the number of bedrooms.</a:t>
            </a:r>
          </a:p>
          <a:p>
            <a:r>
              <a:rPr lang="en-US" b="1" u="sng" dirty="0"/>
              <a:t>Source:</a:t>
            </a:r>
            <a:r>
              <a:rPr lang="en-US" b="1" dirty="0"/>
              <a:t> </a:t>
            </a:r>
            <a:r>
              <a:rPr lang="en-US" u="sng" dirty="0">
                <a:hlinkClick r:id="rId7"/>
              </a:rPr>
              <a:t>https://www.huduser.gov/portal/datasets/fmr.html</a:t>
            </a:r>
            <a:endParaRPr lang="en-US" u="sng" dirty="0"/>
          </a:p>
          <a:p>
            <a:endParaRPr lang="en-US" dirty="0"/>
          </a:p>
          <a:p>
            <a:endParaRPr lang="en-US" b="1" u="sng" dirty="0"/>
          </a:p>
          <a:p>
            <a:endParaRPr lang="en-US" b="1" u="sng" dirty="0"/>
          </a:p>
          <a:p>
            <a:endParaRPr lang="en-US" b="1" u="sng" dirty="0"/>
          </a:p>
          <a:p>
            <a:endParaRPr lang="en-US" b="1" u="sng" dirty="0"/>
          </a:p>
          <a:p>
            <a:r>
              <a:rPr lang="en-US" dirty="0"/>
              <a:t> </a:t>
            </a:r>
          </a:p>
        </p:txBody>
      </p:sp>
      <p:sp>
        <p:nvSpPr>
          <p:cNvPr id="6" name="Title 4">
            <a:extLst>
              <a:ext uri="{FF2B5EF4-FFF2-40B4-BE49-F238E27FC236}">
                <a16:creationId xmlns:a16="http://schemas.microsoft.com/office/drawing/2014/main" id="{B4E7CAA1-50B5-0DF3-91A7-D7EA743C4A4E}"/>
              </a:ext>
            </a:extLst>
          </p:cNvPr>
          <p:cNvSpPr txBox="1">
            <a:spLocks/>
          </p:cNvSpPr>
          <p:nvPr/>
        </p:nvSpPr>
        <p:spPr>
          <a:xfrm>
            <a:off x="475488" y="2482131"/>
            <a:ext cx="9582912" cy="685800"/>
          </a:xfrm>
          <a:prstGeom prst="rect">
            <a:avLst/>
          </a:prstGeom>
        </p:spPr>
        <p:txBody>
          <a:bodyPr vert="horz" wrap="square" lIns="0" tIns="0" rIns="0" bIns="0" rtlCol="0" anchor="t">
            <a:noAutofit/>
          </a:bodyPr>
          <a:lstStyle>
            <a:lvl1pPr algn="l" defTabSz="914400" rtl="0" eaLnBrk="1" latinLnBrk="0" hangingPunct="1">
              <a:spcBef>
                <a:spcPct val="0"/>
              </a:spcBef>
              <a:buFontTx/>
              <a:buNone/>
              <a:defRPr sz="2200" b="0" i="0" kern="1200">
                <a:solidFill>
                  <a:schemeClr val="tx2"/>
                </a:solidFill>
                <a:latin typeface="Arial" panose="020B0604020202020204" pitchFamily="34" charset="0"/>
                <a:ea typeface="+mj-ea"/>
                <a:cs typeface="+mj-cs"/>
              </a:defRPr>
            </a:lvl1pPr>
          </a:lstStyle>
          <a:p>
            <a:r>
              <a:rPr lang="en-US" sz="2100" b="1" dirty="0"/>
              <a:t>HUD Income Limits</a:t>
            </a:r>
          </a:p>
        </p:txBody>
      </p:sp>
      <p:sp>
        <p:nvSpPr>
          <p:cNvPr id="8" name="Subtitle 6">
            <a:extLst>
              <a:ext uri="{FF2B5EF4-FFF2-40B4-BE49-F238E27FC236}">
                <a16:creationId xmlns:a16="http://schemas.microsoft.com/office/drawing/2014/main" id="{2A462CD4-EDC5-26C9-E840-586995D7BD01}"/>
              </a:ext>
            </a:extLst>
          </p:cNvPr>
          <p:cNvSpPr txBox="1">
            <a:spLocks/>
          </p:cNvSpPr>
          <p:nvPr/>
        </p:nvSpPr>
        <p:spPr>
          <a:xfrm>
            <a:off x="475488" y="2995719"/>
            <a:ext cx="9107424" cy="1366849"/>
          </a:xfrm>
          <a:prstGeom prst="rect">
            <a:avLst/>
          </a:prstGeom>
        </p:spPr>
        <p:txBody>
          <a:bodyPr vert="horz" wrap="square" lIns="0" tIns="0" rIns="0" bIns="0" rtlCol="0" anchor="t">
            <a:noAutofit/>
          </a:bodyPr>
          <a:lstStyle>
            <a:lvl1pPr marL="0" indent="0" algn="l" defTabSz="914400" rtl="0" eaLnBrk="1" latinLnBrk="0" hangingPunct="1">
              <a:lnSpc>
                <a:spcPct val="110000"/>
              </a:lnSpc>
              <a:spcBef>
                <a:spcPts val="1000"/>
              </a:spcBef>
              <a:spcAft>
                <a:spcPct val="0"/>
              </a:spcAft>
              <a:buFontTx/>
              <a:buNone/>
              <a:defRPr sz="1500" b="0" i="0" kern="1200">
                <a:solidFill>
                  <a:schemeClr val="tx2"/>
                </a:solidFill>
                <a:latin typeface="Arial" panose="020B0604020202020204" pitchFamily="34" charset="0"/>
                <a:ea typeface="+mn-ea"/>
                <a:cs typeface="+mn-cs"/>
              </a:defRPr>
            </a:lvl1pPr>
            <a:lvl2pPr marL="457200" indent="0" algn="ctr" defTabSz="914400" rtl="0" eaLnBrk="1" latinLnBrk="0" hangingPunct="1">
              <a:lnSpc>
                <a:spcPct val="110000"/>
              </a:lnSpc>
              <a:spcBef>
                <a:spcPts val="600"/>
              </a:spcBef>
              <a:spcAft>
                <a:spcPct val="0"/>
              </a:spcAft>
              <a:buClr>
                <a:schemeClr val="bg2">
                  <a:lumMod val="100000"/>
                </a:schemeClr>
              </a:buClr>
              <a:buSzPct val="92000"/>
              <a:buFont typeface="Wingdings" panose="05000000000000000000" pitchFamily="2" charset="2"/>
              <a:buNone/>
              <a:defRPr sz="1200" b="0" i="0" kern="1200">
                <a:solidFill>
                  <a:schemeClr val="tx2"/>
                </a:solidFill>
                <a:latin typeface="Arial" panose="020B0604020202020204" pitchFamily="34" charset="0"/>
                <a:ea typeface="+mn-ea"/>
                <a:cs typeface="+mn-cs"/>
              </a:defRPr>
            </a:lvl2pPr>
            <a:lvl3pPr marL="914400" indent="0" algn="ctr" defTabSz="914400" rtl="0" eaLnBrk="1" latinLnBrk="0" hangingPunct="1">
              <a:lnSpc>
                <a:spcPct val="110000"/>
              </a:lnSpc>
              <a:spcBef>
                <a:spcPts val="300"/>
              </a:spcBef>
              <a:spcAft>
                <a:spcPct val="0"/>
              </a:spcAft>
              <a:buClr>
                <a:schemeClr val="tx2">
                  <a:lumMod val="100000"/>
                </a:schemeClr>
              </a:buClr>
              <a:buSzPct val="92000"/>
              <a:buFont typeface="Wingdings" panose="05000000000000000000" pitchFamily="2" charset="2"/>
              <a:buNone/>
              <a:defRPr sz="1200" b="0" i="0" kern="1200">
                <a:solidFill>
                  <a:schemeClr val="tx2"/>
                </a:solidFill>
                <a:latin typeface="Arial" panose="020B0604020202020204" pitchFamily="34" charset="0"/>
                <a:ea typeface="+mn-ea"/>
                <a:cs typeface="+mn-cs"/>
              </a:defRPr>
            </a:lvl3pPr>
            <a:lvl4pPr marL="1371600" indent="0" algn="ctr" defTabSz="914400" rtl="0" eaLnBrk="1" latinLnBrk="0" hangingPunct="1">
              <a:lnSpc>
                <a:spcPct val="110000"/>
              </a:lnSpc>
              <a:spcBef>
                <a:spcPts val="100"/>
              </a:spcBef>
              <a:spcAft>
                <a:spcPct val="0"/>
              </a:spcAft>
              <a:buClr>
                <a:schemeClr val="tx2">
                  <a:lumMod val="100000"/>
                </a:schemeClr>
              </a:buClr>
              <a:buSzPct val="100000"/>
              <a:buFont typeface="Arial" panose="020B0604020202020204" pitchFamily="34" charset="0"/>
              <a:buNone/>
              <a:defRPr sz="1200" b="0" i="0" kern="1200">
                <a:solidFill>
                  <a:schemeClr val="tx2"/>
                </a:solidFill>
                <a:latin typeface="Arial" panose="020B0604020202020204" pitchFamily="34" charset="0"/>
                <a:ea typeface="+mn-ea"/>
                <a:cs typeface="+mn-cs"/>
              </a:defRPr>
            </a:lvl4pPr>
            <a:lvl5pPr marL="1828800" indent="0" algn="ctr" defTabSz="914400" rtl="0" eaLnBrk="1" latinLnBrk="0" hangingPunct="1">
              <a:lnSpc>
                <a:spcPct val="110000"/>
              </a:lnSpc>
              <a:spcBef>
                <a:spcPts val="0"/>
              </a:spcBef>
              <a:spcAft>
                <a:spcPct val="0"/>
              </a:spcAft>
              <a:buClr>
                <a:schemeClr val="tx2">
                  <a:lumMod val="100000"/>
                </a:schemeClr>
              </a:buClr>
              <a:buSzPct val="100000"/>
              <a:buFont typeface="Arial" panose="020B0604020202020204" pitchFamily="34" charset="0"/>
              <a:buNone/>
              <a:defRPr sz="1200" b="0" i="0" kern="1200">
                <a:solidFill>
                  <a:schemeClr val="tx2"/>
                </a:solidFill>
                <a:latin typeface="Arial" panose="020B0604020202020204" pitchFamily="34" charset="0"/>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9pPr>
          </a:lstStyle>
          <a:p>
            <a:r>
              <a:rPr lang="en-US" b="1" u="sng" dirty="0"/>
              <a:t>About:</a:t>
            </a:r>
            <a:r>
              <a:rPr lang="en-US" dirty="0"/>
              <a:t> This dataset contains median income for different household sizes in Ohio.</a:t>
            </a:r>
          </a:p>
          <a:p>
            <a:r>
              <a:rPr lang="en-US" sz="1500" b="1" u="sng" dirty="0">
                <a:solidFill>
                  <a:schemeClr val="tx2"/>
                </a:solidFill>
                <a:latin typeface="Arial" panose="020B0604020202020204" pitchFamily="34" charset="0"/>
              </a:rPr>
              <a:t>Important Note:</a:t>
            </a:r>
            <a:r>
              <a:rPr lang="en-US" sz="1500" b="1" dirty="0">
                <a:solidFill>
                  <a:schemeClr val="tx2"/>
                </a:solidFill>
                <a:latin typeface="Arial" panose="020B0604020202020204" pitchFamily="34" charset="0"/>
              </a:rPr>
              <a:t> </a:t>
            </a:r>
            <a:r>
              <a:rPr lang="en-US" sz="1500" dirty="0">
                <a:solidFill>
                  <a:schemeClr val="tx2"/>
                </a:solidFill>
                <a:latin typeface="Arial" panose="020B0604020202020204" pitchFamily="34" charset="0"/>
              </a:rPr>
              <a:t>Move to Prosper services wants to focus on families with 30-55% of the area’s median incomes.</a:t>
            </a:r>
            <a:endParaRPr lang="en-US" dirty="0"/>
          </a:p>
          <a:p>
            <a:r>
              <a:rPr lang="en-US" b="1" u="sng" dirty="0"/>
              <a:t>Source:</a:t>
            </a:r>
            <a:r>
              <a:rPr lang="en-US" b="1" dirty="0"/>
              <a:t> </a:t>
            </a:r>
            <a:r>
              <a:rPr lang="en-US" u="sng" dirty="0">
                <a:hlinkClick r:id="rId7"/>
              </a:rPr>
              <a:t>https://www.huduser.gov/portal/datasets/fmr.html</a:t>
            </a:r>
            <a:endParaRPr lang="en-US" u="sng" dirty="0"/>
          </a:p>
          <a:p>
            <a:endParaRPr lang="en-US" dirty="0"/>
          </a:p>
          <a:p>
            <a:endParaRPr lang="en-US" b="1" u="sng" dirty="0"/>
          </a:p>
          <a:p>
            <a:endParaRPr lang="en-US" b="1" u="sng" dirty="0"/>
          </a:p>
          <a:p>
            <a:endParaRPr lang="en-US" b="1" u="sng" dirty="0"/>
          </a:p>
          <a:p>
            <a:endParaRPr lang="en-US" b="1" u="sng" dirty="0"/>
          </a:p>
          <a:p>
            <a:r>
              <a:rPr lang="en-US" dirty="0"/>
              <a:t> </a:t>
            </a:r>
          </a:p>
        </p:txBody>
      </p:sp>
      <p:sp>
        <p:nvSpPr>
          <p:cNvPr id="2" name="PageNumber">
            <a:extLst>
              <a:ext uri="{FF2B5EF4-FFF2-40B4-BE49-F238E27FC236}">
                <a16:creationId xmlns:a16="http://schemas.microsoft.com/office/drawing/2014/main" id="{CDD3FB51-84E6-97A7-A9F8-F1DC6B1CFC31}"/>
              </a:ext>
            </a:extLst>
          </p:cNvPr>
          <p:cNvSpPr txBox="1"/>
          <p:nvPr/>
        </p:nvSpPr>
        <p:spPr>
          <a:xfrm>
            <a:off x="9198864" y="7450696"/>
            <a:ext cx="384048" cy="140488"/>
          </a:xfrm>
          <a:prstGeom prst="rect">
            <a:avLst/>
          </a:prstGeom>
          <a:noFill/>
        </p:spPr>
        <p:txBody>
          <a:bodyPr vert="horz" wrap="square" lIns="0" tIns="0" rIns="0" bIns="0" rtlCol="0" anchor="ctr">
            <a:spAutoFit/>
          </a:bodyPr>
          <a:lstStyle/>
          <a:p>
            <a:pPr algn="r">
              <a:lnSpc>
                <a:spcPct val="110000"/>
              </a:lnSpc>
            </a:pPr>
            <a:r>
              <a:rPr lang="en-US" sz="900" dirty="0">
                <a:solidFill>
                  <a:schemeClr val="tx2"/>
                </a:solidFill>
                <a:latin typeface="Arial" panose="020B0604020202020204" pitchFamily="34" charset="0"/>
              </a:rPr>
              <a:t>3</a:t>
            </a:r>
          </a:p>
        </p:txBody>
      </p:sp>
    </p:spTree>
    <p:custDataLst>
      <p:tags r:id="rId1"/>
    </p:custDataLst>
    <p:extLst>
      <p:ext uri="{BB962C8B-B14F-4D97-AF65-F5344CB8AC3E}">
        <p14:creationId xmlns:p14="http://schemas.microsoft.com/office/powerpoint/2010/main" val="368590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A95FF99-FFC0-2019-4E4C-31958A63D436}"/>
              </a:ext>
            </a:extLst>
          </p:cNvPr>
          <p:cNvGraphicFramePr>
            <a:graphicFrameLocks noChangeAspect="1"/>
          </p:cNvGraphicFramePr>
          <p:nvPr>
            <p:custDataLst>
              <p:tags r:id="rId2"/>
            </p:custDataLst>
            <p:extLst>
              <p:ext uri="{D42A27DB-BD31-4B8C-83A1-F6EECF244321}">
                <p14:modId xmlns:p14="http://schemas.microsoft.com/office/powerpoint/2010/main" val="16153245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6" imgH="367" progId="TCLayout.ActiveDocument.1">
                  <p:embed/>
                </p:oleObj>
              </mc:Choice>
              <mc:Fallback>
                <p:oleObj name="think-cell Slide" r:id="rId4" imgW="366" imgH="367" progId="TCLayout.ActiveDocument.1">
                  <p:embed/>
                  <p:pic>
                    <p:nvPicPr>
                      <p:cNvPr id="9" name="think-cell data - do not delete" hidden="1">
                        <a:extLst>
                          <a:ext uri="{FF2B5EF4-FFF2-40B4-BE49-F238E27FC236}">
                            <a16:creationId xmlns:a16="http://schemas.microsoft.com/office/drawing/2014/main" id="{AA95FF99-FFC0-2019-4E4C-31958A63D4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739092E7-4A12-316A-80EA-124D11C35279}"/>
              </a:ext>
            </a:extLst>
          </p:cNvPr>
          <p:cNvSpPr>
            <a:spLocks noGrp="1"/>
          </p:cNvSpPr>
          <p:nvPr>
            <p:ph type="title"/>
          </p:nvPr>
        </p:nvSpPr>
        <p:spPr>
          <a:xfrm>
            <a:off x="475488" y="621792"/>
            <a:ext cx="9582912" cy="685800"/>
          </a:xfrm>
        </p:spPr>
        <p:txBody>
          <a:bodyPr vert="horz"/>
          <a:lstStyle/>
          <a:p>
            <a:r>
              <a:rPr lang="en-US" sz="2100" b="1" dirty="0"/>
              <a:t>District Value Added Rankings </a:t>
            </a:r>
            <a:endParaRPr lang="en-US" sz="2100" b="1" i="1" dirty="0"/>
          </a:p>
        </p:txBody>
      </p:sp>
      <p:sp>
        <p:nvSpPr>
          <p:cNvPr id="7" name="Subtitle 6">
            <a:extLst>
              <a:ext uri="{FF2B5EF4-FFF2-40B4-BE49-F238E27FC236}">
                <a16:creationId xmlns:a16="http://schemas.microsoft.com/office/drawing/2014/main" id="{F75AA56D-1802-9CAD-C1F3-97B5D7668CDB}"/>
              </a:ext>
            </a:extLst>
          </p:cNvPr>
          <p:cNvSpPr>
            <a:spLocks noGrp="1"/>
          </p:cNvSpPr>
          <p:nvPr>
            <p:ph type="subTitle" sz="quarter" idx="11"/>
          </p:nvPr>
        </p:nvSpPr>
        <p:spPr>
          <a:xfrm>
            <a:off x="475488" y="1135380"/>
            <a:ext cx="9107424" cy="950595"/>
          </a:xfrm>
        </p:spPr>
        <p:txBody>
          <a:bodyPr/>
          <a:lstStyle/>
          <a:p>
            <a:r>
              <a:rPr lang="en-US" b="1" u="sng" dirty="0"/>
              <a:t>About:</a:t>
            </a:r>
            <a:r>
              <a:rPr lang="en-US" dirty="0"/>
              <a:t> This calculation uses a “value-added” model of measuring academic growth that compares the change in achievement of a group of students to an expected amount of change in achievement that is based on the students’ prior achievement history.</a:t>
            </a:r>
          </a:p>
          <a:p>
            <a:r>
              <a:rPr lang="en-US" b="1" u="sng" dirty="0"/>
              <a:t>Source:</a:t>
            </a:r>
            <a:r>
              <a:rPr lang="en-US" b="1" dirty="0"/>
              <a:t> </a:t>
            </a:r>
            <a:r>
              <a:rPr lang="en-US" dirty="0"/>
              <a:t>https://education.ohio.gov/lists_and_rankings</a:t>
            </a:r>
          </a:p>
          <a:p>
            <a:endParaRPr lang="en-US" b="1" u="sng" dirty="0"/>
          </a:p>
          <a:p>
            <a:endParaRPr lang="en-US" b="1" u="sng" dirty="0"/>
          </a:p>
          <a:p>
            <a:endParaRPr lang="en-US" b="1" u="sng" dirty="0"/>
          </a:p>
          <a:p>
            <a:endParaRPr lang="en-US" b="1" u="sng" dirty="0"/>
          </a:p>
          <a:p>
            <a:r>
              <a:rPr lang="en-US" dirty="0"/>
              <a:t> </a:t>
            </a:r>
          </a:p>
        </p:txBody>
      </p:sp>
      <p:sp>
        <p:nvSpPr>
          <p:cNvPr id="13" name="Title 4">
            <a:extLst>
              <a:ext uri="{FF2B5EF4-FFF2-40B4-BE49-F238E27FC236}">
                <a16:creationId xmlns:a16="http://schemas.microsoft.com/office/drawing/2014/main" id="{2489B2D6-3E77-7CCF-00B5-EDDE47168444}"/>
              </a:ext>
            </a:extLst>
          </p:cNvPr>
          <p:cNvSpPr txBox="1">
            <a:spLocks/>
          </p:cNvSpPr>
          <p:nvPr/>
        </p:nvSpPr>
        <p:spPr>
          <a:xfrm>
            <a:off x="475488" y="2990850"/>
            <a:ext cx="9582912" cy="685800"/>
          </a:xfrm>
          <a:prstGeom prst="rect">
            <a:avLst/>
          </a:prstGeom>
        </p:spPr>
        <p:txBody>
          <a:bodyPr vert="horz" wrap="square" lIns="0" tIns="0" rIns="0" bIns="0" rtlCol="0" anchor="t">
            <a:noAutofit/>
          </a:bodyPr>
          <a:lstStyle>
            <a:lvl1pPr algn="l" defTabSz="914400" rtl="0" eaLnBrk="1" latinLnBrk="0" hangingPunct="1">
              <a:spcBef>
                <a:spcPct val="0"/>
              </a:spcBef>
              <a:buFontTx/>
              <a:buNone/>
              <a:defRPr sz="2200" b="0" i="0" kern="1200">
                <a:solidFill>
                  <a:schemeClr val="tx2"/>
                </a:solidFill>
                <a:latin typeface="Arial" panose="020B0604020202020204" pitchFamily="34" charset="0"/>
                <a:ea typeface="+mj-ea"/>
                <a:cs typeface="+mj-cs"/>
              </a:defRPr>
            </a:lvl1pPr>
          </a:lstStyle>
          <a:p>
            <a:r>
              <a:rPr lang="en-US" sz="2100" b="1" dirty="0"/>
              <a:t>School and District Performance Rankings </a:t>
            </a:r>
            <a:endParaRPr lang="en-US" sz="2100" b="1" i="1" dirty="0"/>
          </a:p>
        </p:txBody>
      </p:sp>
      <p:sp>
        <p:nvSpPr>
          <p:cNvPr id="14" name="Subtitle 6">
            <a:extLst>
              <a:ext uri="{FF2B5EF4-FFF2-40B4-BE49-F238E27FC236}">
                <a16:creationId xmlns:a16="http://schemas.microsoft.com/office/drawing/2014/main" id="{D395290A-B9FC-16C3-6C45-DA167DBF27FB}"/>
              </a:ext>
            </a:extLst>
          </p:cNvPr>
          <p:cNvSpPr txBox="1">
            <a:spLocks/>
          </p:cNvSpPr>
          <p:nvPr/>
        </p:nvSpPr>
        <p:spPr>
          <a:xfrm>
            <a:off x="475488" y="3504438"/>
            <a:ext cx="9107424" cy="950595"/>
          </a:xfrm>
          <a:prstGeom prst="rect">
            <a:avLst/>
          </a:prstGeom>
        </p:spPr>
        <p:txBody>
          <a:bodyPr vert="horz" wrap="square" lIns="0" tIns="0" rIns="0" bIns="0" rtlCol="0" anchor="t">
            <a:noAutofit/>
          </a:bodyPr>
          <a:lstStyle>
            <a:lvl1pPr marL="0" indent="0" algn="l" defTabSz="914400" rtl="0" eaLnBrk="1" latinLnBrk="0" hangingPunct="1">
              <a:lnSpc>
                <a:spcPct val="110000"/>
              </a:lnSpc>
              <a:spcBef>
                <a:spcPts val="1000"/>
              </a:spcBef>
              <a:spcAft>
                <a:spcPct val="0"/>
              </a:spcAft>
              <a:buFontTx/>
              <a:buNone/>
              <a:defRPr sz="1500" b="0" i="0" kern="1200">
                <a:solidFill>
                  <a:schemeClr val="tx2"/>
                </a:solidFill>
                <a:latin typeface="Arial" panose="020B0604020202020204" pitchFamily="34" charset="0"/>
                <a:ea typeface="+mn-ea"/>
                <a:cs typeface="+mn-cs"/>
              </a:defRPr>
            </a:lvl1pPr>
            <a:lvl2pPr marL="457200" indent="0" algn="ctr" defTabSz="914400" rtl="0" eaLnBrk="1" latinLnBrk="0" hangingPunct="1">
              <a:lnSpc>
                <a:spcPct val="110000"/>
              </a:lnSpc>
              <a:spcBef>
                <a:spcPts val="600"/>
              </a:spcBef>
              <a:spcAft>
                <a:spcPct val="0"/>
              </a:spcAft>
              <a:buClr>
                <a:schemeClr val="bg2">
                  <a:lumMod val="100000"/>
                </a:schemeClr>
              </a:buClr>
              <a:buSzPct val="92000"/>
              <a:buFont typeface="Wingdings" panose="05000000000000000000" pitchFamily="2" charset="2"/>
              <a:buNone/>
              <a:defRPr sz="1200" b="0" i="0" kern="1200">
                <a:solidFill>
                  <a:schemeClr val="tx2"/>
                </a:solidFill>
                <a:latin typeface="Arial" panose="020B0604020202020204" pitchFamily="34" charset="0"/>
                <a:ea typeface="+mn-ea"/>
                <a:cs typeface="+mn-cs"/>
              </a:defRPr>
            </a:lvl2pPr>
            <a:lvl3pPr marL="914400" indent="0" algn="ctr" defTabSz="914400" rtl="0" eaLnBrk="1" latinLnBrk="0" hangingPunct="1">
              <a:lnSpc>
                <a:spcPct val="110000"/>
              </a:lnSpc>
              <a:spcBef>
                <a:spcPts val="300"/>
              </a:spcBef>
              <a:spcAft>
                <a:spcPct val="0"/>
              </a:spcAft>
              <a:buClr>
                <a:schemeClr val="tx2">
                  <a:lumMod val="100000"/>
                </a:schemeClr>
              </a:buClr>
              <a:buSzPct val="92000"/>
              <a:buFont typeface="Wingdings" panose="05000000000000000000" pitchFamily="2" charset="2"/>
              <a:buNone/>
              <a:defRPr sz="1200" b="0" i="0" kern="1200">
                <a:solidFill>
                  <a:schemeClr val="tx2"/>
                </a:solidFill>
                <a:latin typeface="Arial" panose="020B0604020202020204" pitchFamily="34" charset="0"/>
                <a:ea typeface="+mn-ea"/>
                <a:cs typeface="+mn-cs"/>
              </a:defRPr>
            </a:lvl3pPr>
            <a:lvl4pPr marL="1371600" indent="0" algn="ctr" defTabSz="914400" rtl="0" eaLnBrk="1" latinLnBrk="0" hangingPunct="1">
              <a:lnSpc>
                <a:spcPct val="110000"/>
              </a:lnSpc>
              <a:spcBef>
                <a:spcPts val="100"/>
              </a:spcBef>
              <a:spcAft>
                <a:spcPct val="0"/>
              </a:spcAft>
              <a:buClr>
                <a:schemeClr val="tx2">
                  <a:lumMod val="100000"/>
                </a:schemeClr>
              </a:buClr>
              <a:buSzPct val="100000"/>
              <a:buFont typeface="Arial" panose="020B0604020202020204" pitchFamily="34" charset="0"/>
              <a:buNone/>
              <a:defRPr sz="1200" b="0" i="0" kern="1200">
                <a:solidFill>
                  <a:schemeClr val="tx2"/>
                </a:solidFill>
                <a:latin typeface="Arial" panose="020B0604020202020204" pitchFamily="34" charset="0"/>
                <a:ea typeface="+mn-ea"/>
                <a:cs typeface="+mn-cs"/>
              </a:defRPr>
            </a:lvl4pPr>
            <a:lvl5pPr marL="1828800" indent="0" algn="ctr" defTabSz="914400" rtl="0" eaLnBrk="1" latinLnBrk="0" hangingPunct="1">
              <a:lnSpc>
                <a:spcPct val="110000"/>
              </a:lnSpc>
              <a:spcBef>
                <a:spcPts val="0"/>
              </a:spcBef>
              <a:spcAft>
                <a:spcPct val="0"/>
              </a:spcAft>
              <a:buClr>
                <a:schemeClr val="tx2">
                  <a:lumMod val="100000"/>
                </a:schemeClr>
              </a:buClr>
              <a:buSzPct val="100000"/>
              <a:buFont typeface="Arial" panose="020B0604020202020204" pitchFamily="34" charset="0"/>
              <a:buNone/>
              <a:defRPr sz="1200" b="0" i="0" kern="1200">
                <a:solidFill>
                  <a:schemeClr val="tx2"/>
                </a:solidFill>
                <a:latin typeface="Arial" panose="020B0604020202020204" pitchFamily="34" charset="0"/>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9pPr>
          </a:lstStyle>
          <a:p>
            <a:r>
              <a:rPr lang="en-US" b="1" u="sng" dirty="0"/>
              <a:t>About:</a:t>
            </a:r>
            <a:r>
              <a:rPr lang="en-US" dirty="0"/>
              <a:t> The Performance Index is a calculation that measures student performance on the Ohio State Tests.</a:t>
            </a:r>
          </a:p>
          <a:p>
            <a:r>
              <a:rPr lang="en-US" b="1" u="sng" dirty="0"/>
              <a:t>Source:</a:t>
            </a:r>
            <a:r>
              <a:rPr lang="en-US" b="1" dirty="0"/>
              <a:t> </a:t>
            </a:r>
            <a:r>
              <a:rPr lang="en-US" dirty="0"/>
              <a:t>https://education.ohio.gov/lists_and_rankings</a:t>
            </a:r>
          </a:p>
          <a:p>
            <a:endParaRPr lang="en-US" b="1" u="sng" dirty="0"/>
          </a:p>
          <a:p>
            <a:endParaRPr lang="en-US" b="1" u="sng" dirty="0"/>
          </a:p>
          <a:p>
            <a:endParaRPr lang="en-US" b="1" u="sng" dirty="0"/>
          </a:p>
          <a:p>
            <a:endParaRPr lang="en-US" b="1" u="sng" dirty="0"/>
          </a:p>
          <a:p>
            <a:r>
              <a:rPr lang="en-US" dirty="0"/>
              <a:t> </a:t>
            </a:r>
          </a:p>
        </p:txBody>
      </p:sp>
      <p:sp>
        <p:nvSpPr>
          <p:cNvPr id="8" name="Title 4">
            <a:extLst>
              <a:ext uri="{FF2B5EF4-FFF2-40B4-BE49-F238E27FC236}">
                <a16:creationId xmlns:a16="http://schemas.microsoft.com/office/drawing/2014/main" id="{A72269F8-5FF6-E12E-D471-A5A9D42C2AC8}"/>
              </a:ext>
            </a:extLst>
          </p:cNvPr>
          <p:cNvSpPr txBox="1">
            <a:spLocks/>
          </p:cNvSpPr>
          <p:nvPr/>
        </p:nvSpPr>
        <p:spPr>
          <a:xfrm>
            <a:off x="475488" y="4846320"/>
            <a:ext cx="9582912" cy="685800"/>
          </a:xfrm>
          <a:prstGeom prst="rect">
            <a:avLst/>
          </a:prstGeom>
        </p:spPr>
        <p:txBody>
          <a:bodyPr vert="horz" wrap="square" lIns="0" tIns="0" rIns="0" bIns="0" rtlCol="0" anchor="t">
            <a:noAutofit/>
          </a:bodyPr>
          <a:lstStyle>
            <a:lvl1pPr algn="l" defTabSz="914400" rtl="0" eaLnBrk="1" latinLnBrk="0" hangingPunct="1">
              <a:spcBef>
                <a:spcPct val="0"/>
              </a:spcBef>
              <a:buFontTx/>
              <a:buNone/>
              <a:defRPr sz="2200" b="0" i="0" kern="1200">
                <a:solidFill>
                  <a:schemeClr val="tx2"/>
                </a:solidFill>
                <a:latin typeface="Arial" panose="020B0604020202020204" pitchFamily="34" charset="0"/>
                <a:ea typeface="+mj-ea"/>
                <a:cs typeface="+mj-cs"/>
              </a:defRPr>
            </a:lvl1pPr>
          </a:lstStyle>
          <a:p>
            <a:r>
              <a:rPr lang="en-US" sz="2100" b="1" dirty="0"/>
              <a:t>NCES School Lookup </a:t>
            </a:r>
            <a:endParaRPr lang="en-US" sz="2100" b="1" i="1" dirty="0"/>
          </a:p>
        </p:txBody>
      </p:sp>
      <p:sp>
        <p:nvSpPr>
          <p:cNvPr id="10" name="Subtitle 6">
            <a:extLst>
              <a:ext uri="{FF2B5EF4-FFF2-40B4-BE49-F238E27FC236}">
                <a16:creationId xmlns:a16="http://schemas.microsoft.com/office/drawing/2014/main" id="{190BEB96-23BE-1649-0F43-AC43FA0B6A93}"/>
              </a:ext>
            </a:extLst>
          </p:cNvPr>
          <p:cNvSpPr txBox="1">
            <a:spLocks/>
          </p:cNvSpPr>
          <p:nvPr/>
        </p:nvSpPr>
        <p:spPr>
          <a:xfrm>
            <a:off x="475488" y="5359908"/>
            <a:ext cx="9107424" cy="950595"/>
          </a:xfrm>
          <a:prstGeom prst="rect">
            <a:avLst/>
          </a:prstGeom>
        </p:spPr>
        <p:txBody>
          <a:bodyPr vert="horz" wrap="square" lIns="0" tIns="0" rIns="0" bIns="0" rtlCol="0" anchor="t">
            <a:noAutofit/>
          </a:bodyPr>
          <a:lstStyle>
            <a:lvl1pPr marL="0" indent="0" algn="l" defTabSz="914400" rtl="0" eaLnBrk="1" latinLnBrk="0" hangingPunct="1">
              <a:lnSpc>
                <a:spcPct val="110000"/>
              </a:lnSpc>
              <a:spcBef>
                <a:spcPts val="1000"/>
              </a:spcBef>
              <a:spcAft>
                <a:spcPct val="0"/>
              </a:spcAft>
              <a:buFontTx/>
              <a:buNone/>
              <a:defRPr sz="1500" b="0" i="0" kern="1200">
                <a:solidFill>
                  <a:schemeClr val="tx2"/>
                </a:solidFill>
                <a:latin typeface="Arial" panose="020B0604020202020204" pitchFamily="34" charset="0"/>
                <a:ea typeface="+mn-ea"/>
                <a:cs typeface="+mn-cs"/>
              </a:defRPr>
            </a:lvl1pPr>
            <a:lvl2pPr marL="457200" indent="0" algn="ctr" defTabSz="914400" rtl="0" eaLnBrk="1" latinLnBrk="0" hangingPunct="1">
              <a:lnSpc>
                <a:spcPct val="110000"/>
              </a:lnSpc>
              <a:spcBef>
                <a:spcPts val="600"/>
              </a:spcBef>
              <a:spcAft>
                <a:spcPct val="0"/>
              </a:spcAft>
              <a:buClr>
                <a:schemeClr val="bg2">
                  <a:lumMod val="100000"/>
                </a:schemeClr>
              </a:buClr>
              <a:buSzPct val="92000"/>
              <a:buFont typeface="Wingdings" panose="05000000000000000000" pitchFamily="2" charset="2"/>
              <a:buNone/>
              <a:defRPr sz="1200" b="0" i="0" kern="1200">
                <a:solidFill>
                  <a:schemeClr val="tx2"/>
                </a:solidFill>
                <a:latin typeface="Arial" panose="020B0604020202020204" pitchFamily="34" charset="0"/>
                <a:ea typeface="+mn-ea"/>
                <a:cs typeface="+mn-cs"/>
              </a:defRPr>
            </a:lvl2pPr>
            <a:lvl3pPr marL="914400" indent="0" algn="ctr" defTabSz="914400" rtl="0" eaLnBrk="1" latinLnBrk="0" hangingPunct="1">
              <a:lnSpc>
                <a:spcPct val="110000"/>
              </a:lnSpc>
              <a:spcBef>
                <a:spcPts val="300"/>
              </a:spcBef>
              <a:spcAft>
                <a:spcPct val="0"/>
              </a:spcAft>
              <a:buClr>
                <a:schemeClr val="tx2">
                  <a:lumMod val="100000"/>
                </a:schemeClr>
              </a:buClr>
              <a:buSzPct val="92000"/>
              <a:buFont typeface="Wingdings" panose="05000000000000000000" pitchFamily="2" charset="2"/>
              <a:buNone/>
              <a:defRPr sz="1200" b="0" i="0" kern="1200">
                <a:solidFill>
                  <a:schemeClr val="tx2"/>
                </a:solidFill>
                <a:latin typeface="Arial" panose="020B0604020202020204" pitchFamily="34" charset="0"/>
                <a:ea typeface="+mn-ea"/>
                <a:cs typeface="+mn-cs"/>
              </a:defRPr>
            </a:lvl3pPr>
            <a:lvl4pPr marL="1371600" indent="0" algn="ctr" defTabSz="914400" rtl="0" eaLnBrk="1" latinLnBrk="0" hangingPunct="1">
              <a:lnSpc>
                <a:spcPct val="110000"/>
              </a:lnSpc>
              <a:spcBef>
                <a:spcPts val="100"/>
              </a:spcBef>
              <a:spcAft>
                <a:spcPct val="0"/>
              </a:spcAft>
              <a:buClr>
                <a:schemeClr val="tx2">
                  <a:lumMod val="100000"/>
                </a:schemeClr>
              </a:buClr>
              <a:buSzPct val="100000"/>
              <a:buFont typeface="Arial" panose="020B0604020202020204" pitchFamily="34" charset="0"/>
              <a:buNone/>
              <a:defRPr sz="1200" b="0" i="0" kern="1200">
                <a:solidFill>
                  <a:schemeClr val="tx2"/>
                </a:solidFill>
                <a:latin typeface="Arial" panose="020B0604020202020204" pitchFamily="34" charset="0"/>
                <a:ea typeface="+mn-ea"/>
                <a:cs typeface="+mn-cs"/>
              </a:defRPr>
            </a:lvl4pPr>
            <a:lvl5pPr marL="1828800" indent="0" algn="ctr" defTabSz="914400" rtl="0" eaLnBrk="1" latinLnBrk="0" hangingPunct="1">
              <a:lnSpc>
                <a:spcPct val="110000"/>
              </a:lnSpc>
              <a:spcBef>
                <a:spcPts val="0"/>
              </a:spcBef>
              <a:spcAft>
                <a:spcPct val="0"/>
              </a:spcAft>
              <a:buClr>
                <a:schemeClr val="tx2">
                  <a:lumMod val="100000"/>
                </a:schemeClr>
              </a:buClr>
              <a:buSzPct val="100000"/>
              <a:buFont typeface="Arial" panose="020B0604020202020204" pitchFamily="34" charset="0"/>
              <a:buNone/>
              <a:defRPr sz="1200" b="0" i="0" kern="1200">
                <a:solidFill>
                  <a:schemeClr val="tx2"/>
                </a:solidFill>
                <a:latin typeface="Arial" panose="020B0604020202020204" pitchFamily="34" charset="0"/>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9pPr>
          </a:lstStyle>
          <a:p>
            <a:r>
              <a:rPr lang="en-US" b="1" u="sng" dirty="0"/>
              <a:t>About:</a:t>
            </a:r>
            <a:r>
              <a:rPr lang="en-US" dirty="0"/>
              <a:t> This file contains information for all Ohio Public Schools. It can be used to identify geographic information like City, County and ZIP Code information.</a:t>
            </a:r>
          </a:p>
          <a:p>
            <a:r>
              <a:rPr lang="en-US" b="1" u="sng" dirty="0"/>
              <a:t>Source:</a:t>
            </a:r>
            <a:r>
              <a:rPr lang="en-US" b="1" dirty="0"/>
              <a:t> </a:t>
            </a:r>
            <a:r>
              <a:rPr lang="en-US" dirty="0"/>
              <a:t>https://nces.ed.gov/ccd/elsi/tableGenerator.aspx</a:t>
            </a:r>
            <a:endParaRPr lang="en-US" b="1" u="sng" dirty="0"/>
          </a:p>
          <a:p>
            <a:endParaRPr lang="en-US" b="1" u="sng" dirty="0"/>
          </a:p>
          <a:p>
            <a:endParaRPr lang="en-US" b="1" u="sng" dirty="0"/>
          </a:p>
          <a:p>
            <a:endParaRPr lang="en-US" b="1" u="sng" dirty="0"/>
          </a:p>
          <a:p>
            <a:r>
              <a:rPr lang="en-US" dirty="0"/>
              <a:t> </a:t>
            </a:r>
          </a:p>
        </p:txBody>
      </p:sp>
      <p:sp>
        <p:nvSpPr>
          <p:cNvPr id="2" name="PageNumber">
            <a:extLst>
              <a:ext uri="{FF2B5EF4-FFF2-40B4-BE49-F238E27FC236}">
                <a16:creationId xmlns:a16="http://schemas.microsoft.com/office/drawing/2014/main" id="{FD10C5D7-0231-B310-ED94-A013ABBB69A5}"/>
              </a:ext>
            </a:extLst>
          </p:cNvPr>
          <p:cNvSpPr txBox="1"/>
          <p:nvPr/>
        </p:nvSpPr>
        <p:spPr>
          <a:xfrm>
            <a:off x="9198864" y="7450696"/>
            <a:ext cx="384048" cy="140488"/>
          </a:xfrm>
          <a:prstGeom prst="rect">
            <a:avLst/>
          </a:prstGeom>
          <a:noFill/>
        </p:spPr>
        <p:txBody>
          <a:bodyPr vert="horz" wrap="square" lIns="0" tIns="0" rIns="0" bIns="0" rtlCol="0" anchor="ctr">
            <a:spAutoFit/>
          </a:bodyPr>
          <a:lstStyle/>
          <a:p>
            <a:pPr algn="r">
              <a:lnSpc>
                <a:spcPct val="110000"/>
              </a:lnSpc>
            </a:pPr>
            <a:r>
              <a:rPr lang="en-US" sz="900" dirty="0">
                <a:solidFill>
                  <a:schemeClr val="tx2"/>
                </a:solidFill>
                <a:latin typeface="Arial" panose="020B0604020202020204" pitchFamily="34" charset="0"/>
              </a:rPr>
              <a:t>4</a:t>
            </a:r>
          </a:p>
        </p:txBody>
      </p:sp>
    </p:spTree>
    <p:custDataLst>
      <p:tags r:id="rId1"/>
    </p:custDataLst>
    <p:extLst>
      <p:ext uri="{BB962C8B-B14F-4D97-AF65-F5344CB8AC3E}">
        <p14:creationId xmlns:p14="http://schemas.microsoft.com/office/powerpoint/2010/main" val="1847527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A95FF99-FFC0-2019-4E4C-31958A63D436}"/>
              </a:ext>
            </a:extLst>
          </p:cNvPr>
          <p:cNvGraphicFramePr>
            <a:graphicFrameLocks noChangeAspect="1"/>
          </p:cNvGraphicFramePr>
          <p:nvPr>
            <p:custDataLst>
              <p:tags r:id="rId2"/>
            </p:custDataLst>
            <p:extLst>
              <p:ext uri="{D42A27DB-BD31-4B8C-83A1-F6EECF244321}">
                <p14:modId xmlns:p14="http://schemas.microsoft.com/office/powerpoint/2010/main" val="38058275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6" imgH="367" progId="TCLayout.ActiveDocument.1">
                  <p:embed/>
                </p:oleObj>
              </mc:Choice>
              <mc:Fallback>
                <p:oleObj name="think-cell Slide" r:id="rId4" imgW="366" imgH="367" progId="TCLayout.ActiveDocument.1">
                  <p:embed/>
                  <p:pic>
                    <p:nvPicPr>
                      <p:cNvPr id="9" name="think-cell data - do not delete" hidden="1">
                        <a:extLst>
                          <a:ext uri="{FF2B5EF4-FFF2-40B4-BE49-F238E27FC236}">
                            <a16:creationId xmlns:a16="http://schemas.microsoft.com/office/drawing/2014/main" id="{AA95FF99-FFC0-2019-4E4C-31958A63D4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739092E7-4A12-316A-80EA-124D11C35279}"/>
              </a:ext>
            </a:extLst>
          </p:cNvPr>
          <p:cNvSpPr>
            <a:spLocks noGrp="1"/>
          </p:cNvSpPr>
          <p:nvPr>
            <p:ph type="title"/>
          </p:nvPr>
        </p:nvSpPr>
        <p:spPr>
          <a:xfrm>
            <a:off x="475488" y="621792"/>
            <a:ext cx="9582912" cy="685800"/>
          </a:xfrm>
        </p:spPr>
        <p:txBody>
          <a:bodyPr vert="horz"/>
          <a:lstStyle/>
          <a:p>
            <a:r>
              <a:rPr lang="en-US" sz="2100" b="1"/>
              <a:t>Greenspace</a:t>
            </a:r>
          </a:p>
        </p:txBody>
      </p:sp>
      <p:sp>
        <p:nvSpPr>
          <p:cNvPr id="7" name="Subtitle 6">
            <a:extLst>
              <a:ext uri="{FF2B5EF4-FFF2-40B4-BE49-F238E27FC236}">
                <a16:creationId xmlns:a16="http://schemas.microsoft.com/office/drawing/2014/main" id="{F75AA56D-1802-9CAD-C1F3-97B5D7668CDB}"/>
              </a:ext>
            </a:extLst>
          </p:cNvPr>
          <p:cNvSpPr>
            <a:spLocks noGrp="1"/>
          </p:cNvSpPr>
          <p:nvPr>
            <p:ph type="subTitle" sz="quarter" idx="11"/>
          </p:nvPr>
        </p:nvSpPr>
        <p:spPr>
          <a:xfrm>
            <a:off x="475487" y="1135380"/>
            <a:ext cx="9497187" cy="5077307"/>
          </a:xfrm>
        </p:spPr>
        <p:txBody>
          <a:bodyPr/>
          <a:lstStyle/>
          <a:p>
            <a:r>
              <a:rPr lang="en-US" b="1" u="sng"/>
              <a:t>About:</a:t>
            </a:r>
            <a:r>
              <a:rPr lang="en-US"/>
              <a:t> This dataset contains information on the amount and percent of greenspace in different Census </a:t>
            </a:r>
            <a:r>
              <a:rPr lang="en-US" err="1"/>
              <a:t>Bloccks</a:t>
            </a:r>
            <a:r>
              <a:rPr lang="en-US"/>
              <a:t> within Metropolitan Areas. </a:t>
            </a:r>
          </a:p>
          <a:p>
            <a:r>
              <a:rPr lang="en-US" b="1" u="sng"/>
              <a:t>Source:</a:t>
            </a:r>
            <a:r>
              <a:rPr lang="en-US" b="1"/>
              <a:t> </a:t>
            </a:r>
            <a:r>
              <a:rPr lang="fr-FR">
                <a:hlinkClick r:id="rId6"/>
              </a:rPr>
              <a:t>https://www.epa.gov/enviroatlas/data-download-step-2?token=BL4-i0UIZqQlG3OIoPRbn4Z9BtfGfnTxn-3AroUx68I</a:t>
            </a:r>
            <a:endParaRPr lang="fr-FR"/>
          </a:p>
          <a:p>
            <a:r>
              <a:rPr lang="en-US" b="1" u="sng"/>
              <a:t>Additional Information:</a:t>
            </a:r>
          </a:p>
          <a:p>
            <a:pPr marL="285750" indent="-285750">
              <a:buFont typeface="Arial" panose="020B0604020202020204" pitchFamily="34" charset="0"/>
              <a:buChar char="•"/>
            </a:pPr>
            <a:r>
              <a:rPr lang="en-US"/>
              <a:t>See the geographical mappings to match this data with other datasets </a:t>
            </a:r>
          </a:p>
          <a:p>
            <a:pPr marL="285750" indent="-285750">
              <a:buFont typeface="Arial" panose="020B0604020202020204" pitchFamily="34" charset="0"/>
              <a:buChar char="•"/>
            </a:pPr>
            <a:endParaRPr lang="en-US" b="1" u="sng"/>
          </a:p>
          <a:p>
            <a:endParaRPr lang="en-US" b="1" u="sng"/>
          </a:p>
          <a:p>
            <a:endParaRPr lang="en-US" b="1" u="sng"/>
          </a:p>
          <a:p>
            <a:r>
              <a:rPr lang="en-US"/>
              <a:t> </a:t>
            </a:r>
          </a:p>
        </p:txBody>
      </p:sp>
      <p:sp>
        <p:nvSpPr>
          <p:cNvPr id="2" name="PageNumber">
            <a:extLst>
              <a:ext uri="{FF2B5EF4-FFF2-40B4-BE49-F238E27FC236}">
                <a16:creationId xmlns:a16="http://schemas.microsoft.com/office/drawing/2014/main" id="{E3FDDB6B-4A91-ECE3-9955-ED0B0A42658A}"/>
              </a:ext>
            </a:extLst>
          </p:cNvPr>
          <p:cNvSpPr txBox="1"/>
          <p:nvPr/>
        </p:nvSpPr>
        <p:spPr>
          <a:xfrm>
            <a:off x="9198864" y="7450696"/>
            <a:ext cx="384048" cy="140488"/>
          </a:xfrm>
          <a:prstGeom prst="rect">
            <a:avLst/>
          </a:prstGeom>
          <a:noFill/>
        </p:spPr>
        <p:txBody>
          <a:bodyPr vert="horz" wrap="square" lIns="0" tIns="0" rIns="0" bIns="0" rtlCol="0" anchor="ctr">
            <a:spAutoFit/>
          </a:bodyPr>
          <a:lstStyle/>
          <a:p>
            <a:pPr algn="r">
              <a:lnSpc>
                <a:spcPct val="110000"/>
              </a:lnSpc>
            </a:pPr>
            <a:r>
              <a:rPr lang="en-US" sz="900" dirty="0">
                <a:solidFill>
                  <a:schemeClr val="tx2"/>
                </a:solidFill>
                <a:latin typeface="Arial" panose="020B0604020202020204" pitchFamily="34" charset="0"/>
              </a:rPr>
              <a:t>5</a:t>
            </a:r>
          </a:p>
        </p:txBody>
      </p:sp>
    </p:spTree>
    <p:custDataLst>
      <p:tags r:id="rId1"/>
    </p:custDataLst>
    <p:extLst>
      <p:ext uri="{BB962C8B-B14F-4D97-AF65-F5344CB8AC3E}">
        <p14:creationId xmlns:p14="http://schemas.microsoft.com/office/powerpoint/2010/main" val="364467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AA95FF99-FFC0-2019-4E4C-31958A63D436}"/>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6" imgH="367" progId="TCLayout.ActiveDocument.1">
                  <p:embed/>
                </p:oleObj>
              </mc:Choice>
              <mc:Fallback>
                <p:oleObj name="think-cell Slide" r:id="rId4" imgW="366" imgH="367" progId="TCLayout.ActiveDocument.1">
                  <p:embed/>
                  <p:pic>
                    <p:nvPicPr>
                      <p:cNvPr id="9" name="think-cell data - do not delete" hidden="1">
                        <a:extLst>
                          <a:ext uri="{FF2B5EF4-FFF2-40B4-BE49-F238E27FC236}">
                            <a16:creationId xmlns:a16="http://schemas.microsoft.com/office/drawing/2014/main" id="{AA95FF99-FFC0-2019-4E4C-31958A63D4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739092E7-4A12-316A-80EA-124D11C35279}"/>
              </a:ext>
            </a:extLst>
          </p:cNvPr>
          <p:cNvSpPr>
            <a:spLocks noGrp="1"/>
          </p:cNvSpPr>
          <p:nvPr>
            <p:ph type="title"/>
          </p:nvPr>
        </p:nvSpPr>
        <p:spPr>
          <a:xfrm>
            <a:off x="475488" y="621792"/>
            <a:ext cx="9582912" cy="685800"/>
          </a:xfrm>
        </p:spPr>
        <p:txBody>
          <a:bodyPr vert="horz"/>
          <a:lstStyle/>
          <a:p>
            <a:r>
              <a:rPr lang="en-US" sz="2100" b="1"/>
              <a:t>Walkability Index</a:t>
            </a:r>
          </a:p>
        </p:txBody>
      </p:sp>
      <p:sp>
        <p:nvSpPr>
          <p:cNvPr id="7" name="Subtitle 6">
            <a:extLst>
              <a:ext uri="{FF2B5EF4-FFF2-40B4-BE49-F238E27FC236}">
                <a16:creationId xmlns:a16="http://schemas.microsoft.com/office/drawing/2014/main" id="{F75AA56D-1802-9CAD-C1F3-97B5D7668CDB}"/>
              </a:ext>
            </a:extLst>
          </p:cNvPr>
          <p:cNvSpPr>
            <a:spLocks noGrp="1"/>
          </p:cNvSpPr>
          <p:nvPr>
            <p:ph type="subTitle" sz="quarter" idx="11"/>
          </p:nvPr>
        </p:nvSpPr>
        <p:spPr>
          <a:xfrm>
            <a:off x="475488" y="1135380"/>
            <a:ext cx="9107424" cy="5077307"/>
          </a:xfrm>
        </p:spPr>
        <p:txBody>
          <a:bodyPr/>
          <a:lstStyle/>
          <a:p>
            <a:r>
              <a:rPr lang="en-US" b="1" u="sng"/>
              <a:t>About:</a:t>
            </a:r>
            <a:r>
              <a:rPr lang="en-US"/>
              <a:t> The Walkability Index dataset characterizes every Census 2019 block group in the U.S. based on its relative walkability. Walkability depends upon characteristics of the built environment that influence the likelihood of walking being used as a mode of travel. </a:t>
            </a:r>
          </a:p>
          <a:p>
            <a:r>
              <a:rPr lang="en-US" b="1" u="sng"/>
              <a:t>Source:</a:t>
            </a:r>
            <a:r>
              <a:rPr lang="en-US" b="1"/>
              <a:t> </a:t>
            </a:r>
            <a:r>
              <a:rPr lang="en-US">
                <a:hlinkClick r:id="rId6"/>
              </a:rPr>
              <a:t>https://catalog.data.gov/dataset/walkability-index/resource/db5faf7a-df66-4112-b1a5-adf856ccc7f3</a:t>
            </a:r>
            <a:endParaRPr lang="en-US"/>
          </a:p>
          <a:p>
            <a:r>
              <a:rPr lang="en-US" b="1" u="sng"/>
              <a:t>Additional Information: </a:t>
            </a:r>
          </a:p>
          <a:p>
            <a:endParaRPr lang="en-US" b="1" u="sng"/>
          </a:p>
          <a:p>
            <a:endParaRPr lang="en-US" b="1" u="sng"/>
          </a:p>
          <a:p>
            <a:endParaRPr lang="en-US" b="1" u="sng"/>
          </a:p>
          <a:p>
            <a:endParaRPr lang="en-US"/>
          </a:p>
          <a:p>
            <a:endParaRPr lang="en-US" b="1" u="sng"/>
          </a:p>
          <a:p>
            <a:r>
              <a:rPr lang="en-US"/>
              <a:t> </a:t>
            </a:r>
          </a:p>
        </p:txBody>
      </p:sp>
      <p:graphicFrame>
        <p:nvGraphicFramePr>
          <p:cNvPr id="22" name="Table 21">
            <a:extLst>
              <a:ext uri="{FF2B5EF4-FFF2-40B4-BE49-F238E27FC236}">
                <a16:creationId xmlns:a16="http://schemas.microsoft.com/office/drawing/2014/main" id="{28156650-0C71-2BBF-3232-835E489D1B88}"/>
              </a:ext>
            </a:extLst>
          </p:cNvPr>
          <p:cNvGraphicFramePr>
            <a:graphicFrameLocks noGrp="1"/>
          </p:cNvGraphicFramePr>
          <p:nvPr>
            <p:extLst>
              <p:ext uri="{D42A27DB-BD31-4B8C-83A1-F6EECF244321}">
                <p14:modId xmlns:p14="http://schemas.microsoft.com/office/powerpoint/2010/main" val="877219807"/>
              </p:ext>
            </p:extLst>
          </p:nvPr>
        </p:nvGraphicFramePr>
        <p:xfrm>
          <a:off x="475488" y="2816683"/>
          <a:ext cx="4134612" cy="1298202"/>
        </p:xfrm>
        <a:graphic>
          <a:graphicData uri="http://schemas.openxmlformats.org/drawingml/2006/table">
            <a:tbl>
              <a:tblPr firstRow="1" bandRow="1">
                <a:tableStyleId>{5C22544A-7EE6-4342-B048-85BDC9FD1C3A}</a:tableStyleId>
              </a:tblPr>
              <a:tblGrid>
                <a:gridCol w="2110473">
                  <a:extLst>
                    <a:ext uri="{9D8B030D-6E8A-4147-A177-3AD203B41FA5}">
                      <a16:colId xmlns:a16="http://schemas.microsoft.com/office/drawing/2014/main" val="1438614230"/>
                    </a:ext>
                  </a:extLst>
                </a:gridCol>
                <a:gridCol w="2024139">
                  <a:extLst>
                    <a:ext uri="{9D8B030D-6E8A-4147-A177-3AD203B41FA5}">
                      <a16:colId xmlns:a16="http://schemas.microsoft.com/office/drawing/2014/main" val="3227722539"/>
                    </a:ext>
                  </a:extLst>
                </a:gridCol>
              </a:tblGrid>
              <a:tr h="243736">
                <a:tc gridSpan="2">
                  <a:txBody>
                    <a:bodyPr/>
                    <a:lstStyle/>
                    <a:p>
                      <a:pPr algn="ctr"/>
                      <a:r>
                        <a:rPr lang="en-US" sz="1050"/>
                        <a:t>National Walkability Index Scoring</a:t>
                      </a:r>
                    </a:p>
                  </a:txBody>
                  <a:tcPr anchor="ctr"/>
                </a:tc>
                <a:tc hMerge="1">
                  <a:txBody>
                    <a:bodyPr/>
                    <a:lstStyle/>
                    <a:p>
                      <a:endParaRPr lang="en-US"/>
                    </a:p>
                  </a:txBody>
                  <a:tcPr/>
                </a:tc>
                <a:extLst>
                  <a:ext uri="{0D108BD9-81ED-4DB2-BD59-A6C34878D82A}">
                    <a16:rowId xmlns:a16="http://schemas.microsoft.com/office/drawing/2014/main" val="2908050727"/>
                  </a:ext>
                </a:extLst>
              </a:tr>
              <a:tr h="243736">
                <a:tc>
                  <a:txBody>
                    <a:bodyPr/>
                    <a:lstStyle/>
                    <a:p>
                      <a:pPr algn="ctr"/>
                      <a:r>
                        <a:rPr lang="en-US" sz="1050"/>
                        <a:t>Least Walkable</a:t>
                      </a:r>
                    </a:p>
                  </a:txBody>
                  <a:tcPr/>
                </a:tc>
                <a:tc>
                  <a:txBody>
                    <a:bodyPr/>
                    <a:lstStyle/>
                    <a:p>
                      <a:pPr algn="ctr"/>
                      <a:r>
                        <a:rPr lang="en-US" sz="1050"/>
                        <a:t>(1 – 5.75)</a:t>
                      </a:r>
                    </a:p>
                  </a:txBody>
                  <a:tcPr/>
                </a:tc>
                <a:extLst>
                  <a:ext uri="{0D108BD9-81ED-4DB2-BD59-A6C34878D82A}">
                    <a16:rowId xmlns:a16="http://schemas.microsoft.com/office/drawing/2014/main" val="2165025159"/>
                  </a:ext>
                </a:extLst>
              </a:tr>
              <a:tr h="243736">
                <a:tc>
                  <a:txBody>
                    <a:bodyPr/>
                    <a:lstStyle/>
                    <a:p>
                      <a:pPr algn="ctr"/>
                      <a:r>
                        <a:rPr lang="en-US" sz="1050"/>
                        <a:t>Below Average Walkable</a:t>
                      </a:r>
                    </a:p>
                  </a:txBody>
                  <a:tcPr/>
                </a:tc>
                <a:tc>
                  <a:txBody>
                    <a:bodyPr/>
                    <a:lstStyle/>
                    <a:p>
                      <a:pPr algn="ctr"/>
                      <a:r>
                        <a:rPr lang="en-US" sz="1050"/>
                        <a:t>(5.76 – 10.50)</a:t>
                      </a:r>
                    </a:p>
                  </a:txBody>
                  <a:tcPr/>
                </a:tc>
                <a:extLst>
                  <a:ext uri="{0D108BD9-81ED-4DB2-BD59-A6C34878D82A}">
                    <a16:rowId xmlns:a16="http://schemas.microsoft.com/office/drawing/2014/main" val="1752680068"/>
                  </a:ext>
                </a:extLst>
              </a:tr>
              <a:tr h="292362">
                <a:tc>
                  <a:txBody>
                    <a:bodyPr/>
                    <a:lstStyle/>
                    <a:p>
                      <a:pPr algn="ctr"/>
                      <a:r>
                        <a:rPr lang="en-US" sz="1050"/>
                        <a:t>Above Average Walkable</a:t>
                      </a:r>
                    </a:p>
                  </a:txBody>
                  <a:tcPr/>
                </a:tc>
                <a:tc>
                  <a:txBody>
                    <a:bodyPr/>
                    <a:lstStyle/>
                    <a:p>
                      <a:pPr algn="ctr"/>
                      <a:r>
                        <a:rPr lang="en-US" sz="1050"/>
                        <a:t>(10.51 – 15.25)</a:t>
                      </a:r>
                    </a:p>
                  </a:txBody>
                  <a:tcPr/>
                </a:tc>
                <a:extLst>
                  <a:ext uri="{0D108BD9-81ED-4DB2-BD59-A6C34878D82A}">
                    <a16:rowId xmlns:a16="http://schemas.microsoft.com/office/drawing/2014/main" val="1839512841"/>
                  </a:ext>
                </a:extLst>
              </a:tr>
              <a:tr h="243736">
                <a:tc>
                  <a:txBody>
                    <a:bodyPr/>
                    <a:lstStyle/>
                    <a:p>
                      <a:pPr algn="ctr"/>
                      <a:r>
                        <a:rPr lang="en-US" sz="1050"/>
                        <a:t>Most Walkable </a:t>
                      </a:r>
                    </a:p>
                  </a:txBody>
                  <a:tcPr/>
                </a:tc>
                <a:tc>
                  <a:txBody>
                    <a:bodyPr/>
                    <a:lstStyle/>
                    <a:p>
                      <a:pPr algn="ctr"/>
                      <a:r>
                        <a:rPr lang="en-US" sz="1050"/>
                        <a:t>(15.26 – 20)</a:t>
                      </a:r>
                    </a:p>
                  </a:txBody>
                  <a:tcPr/>
                </a:tc>
                <a:extLst>
                  <a:ext uri="{0D108BD9-81ED-4DB2-BD59-A6C34878D82A}">
                    <a16:rowId xmlns:a16="http://schemas.microsoft.com/office/drawing/2014/main" val="3722378065"/>
                  </a:ext>
                </a:extLst>
              </a:tr>
            </a:tbl>
          </a:graphicData>
        </a:graphic>
      </p:graphicFrame>
      <p:sp>
        <p:nvSpPr>
          <p:cNvPr id="2" name="PageNumber">
            <a:extLst>
              <a:ext uri="{FF2B5EF4-FFF2-40B4-BE49-F238E27FC236}">
                <a16:creationId xmlns:a16="http://schemas.microsoft.com/office/drawing/2014/main" id="{4B4F0DEF-F9CE-F106-56FB-E88C1B2A5809}"/>
              </a:ext>
            </a:extLst>
          </p:cNvPr>
          <p:cNvSpPr txBox="1"/>
          <p:nvPr/>
        </p:nvSpPr>
        <p:spPr>
          <a:xfrm>
            <a:off x="9198864" y="7450696"/>
            <a:ext cx="384048" cy="140488"/>
          </a:xfrm>
          <a:prstGeom prst="rect">
            <a:avLst/>
          </a:prstGeom>
          <a:noFill/>
        </p:spPr>
        <p:txBody>
          <a:bodyPr vert="horz" wrap="square" lIns="0" tIns="0" rIns="0" bIns="0" rtlCol="0" anchor="ctr">
            <a:spAutoFit/>
          </a:bodyPr>
          <a:lstStyle/>
          <a:p>
            <a:pPr algn="r">
              <a:lnSpc>
                <a:spcPct val="110000"/>
              </a:lnSpc>
            </a:pPr>
            <a:r>
              <a:rPr lang="en-US" sz="900" dirty="0">
                <a:solidFill>
                  <a:schemeClr val="tx2"/>
                </a:solidFill>
                <a:latin typeface="Arial" panose="020B0604020202020204" pitchFamily="34" charset="0"/>
              </a:rPr>
              <a:t>6</a:t>
            </a:r>
          </a:p>
        </p:txBody>
      </p:sp>
    </p:spTree>
    <p:custDataLst>
      <p:tags r:id="rId1"/>
    </p:custDataLst>
    <p:extLst>
      <p:ext uri="{BB962C8B-B14F-4D97-AF65-F5344CB8AC3E}">
        <p14:creationId xmlns:p14="http://schemas.microsoft.com/office/powerpoint/2010/main" val="36775557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TEVERSIONHASH" val="g0AdsyYh0JIB+AzzrU+kfVesQJdG+FG7fi6Tv2sgnUg="/>
  <p:tag name="TEMPLATEVERSIONDATE" val="09/29/2022 21:08:28"/>
  <p:tag name="TEMPLATENAME" val="PitchPRO+"/>
  <p:tag name="PITCHPROPLUSDOCUMENTPROPERTIESGUID" val="2426cffc-d382-4ff1-9bf7-9dd046301b11"/>
  <p:tag name="SLIDEMASTERBRANDLOGORIGHT" val="99.36"/>
  <p:tag name="SLIDEMASTERBRANDLOGOBOTTOM" val="600.48"/>
  <p:tag name="SLIDEMASTERBRANDLOGOHEIGHT" val="12.24"/>
  <p:tag name="SLIDEMASTERBRANDLOGOWIDTH" val="61.92"/>
  <p:tag name="PITCHPROSLIDECOUNT" val="7"/>
  <p:tag name="REFRESHOPTIONS" val="&lt;?xml version=&quot;1.0&quot; encoding=&quot;utf-16&quot;?&gt;&#10;&lt;PowerpointRefreshOptions xmlns:xsi=&quot;http://www.w3.org/2001/XMLSchema-instance&quot; xmlns:xsd=&quot;http://www.w3.org/2001/XMLSchema&quot;&gt;&#10;  &lt;CoverPageAllElements&gt;true&lt;/CoverPageAllElements&gt;&#10;  &lt;CoverPageBrandLogo&gt;true&lt;/CoverPageBrandLogo&gt;&#10;  &lt;CoverPageClientLogo&gt;true&lt;/CoverPageClientLogo&gt;&#10;  &lt;CoverPageDate&gt;true&lt;/CoverPageDate&gt;&#10;  &lt;CoverPageJointPitchLogo&gt;true&lt;/CoverPageJointPitchLogo&gt;&#10;  &lt;CoverPageVerticalTextRunner&gt;true&lt;/CoverPageVerticalTextRunner&gt;&#10;  &lt;ShowCoverPage&gt;true&lt;/ShowCoverPage&gt;&#10;  &lt;ShowDisclaimer&gt;true&lt;/ShowDisclaimer&gt;&#10;  &lt;TemplateLayoutAllElements&gt;true&lt;/TemplateLayoutAllElements&gt;&#10;  &lt;ForceRefresh&gt;false&lt;/ForceRefresh&gt;&#10;  &lt;CoverPageSubTitle&gt;true&lt;/CoverPageSubTitle&gt;&#10;  &lt;CoverPageTitle&gt;true&lt;/CoverPageTitle&gt;&#10;  &lt;ShowAgenda&gt;true&lt;/ShowAgenda&gt;&#10;  &lt;TemplatePageLabel&gt;true&lt;/TemplatePageLabel&gt;&#10;  &lt;TemplateVerticalRunner&gt;true&lt;/TemplateVerticalRunner&gt;&#10;&lt;/PowerpointRefreshOptions&gt;"/>
  <p:tag name="THINKCELLUNDODONOTDELETE" val="0"/>
  <p:tag name="PITCHPROPROPERTIES" val="WXMfvE09DOs/mOl3u2AQ27QcgezyWkN+AkNAGXAeBoJKuBgxGBLGhI25m9bRHcM9RQscs7I4QY855HmZ9wiaScAkUiOahXjpa1GKbzxmDEgaRBFj1zbbNiHbJmtUv1DL609CXp4T5pMYpHCyOsiSfF8m1Ewd7e9Ul0r6wpaN5snm+kgLZOP8JKF1hv7kQD68zePpF4CHYvR4U9v1KCnkRXPe9cGBqoHIVzS4uiFBaX6FZuSb3bbgBcbiqr1rYEWwYF8jf8azIl5HPE/gAmNADkEljo1X/k0tHOSo3cRUt5y7ELLuubMobIvHRWXfymwJHSKP2795UlXiF04xtOvglG+JVAyzHw51eDyYadLvZRmxbcTRyg+tzofSEDUlmZcpAcL4kw507X7LqBdfoSXA97zYfGUKeExX3aty7JX12DgpJi0W85I/GoH19vNXG81VxMM6XxtCSEBZI0ES6e7w8fgkfLXXtAxAFbVgAWVRD0bzb4LE2c5ZQzgZYpEO266CBd9uIthzUYR3UqSJBhO1XakVUIYgrCm2Gn3kjHk2M3b6k61IHynUoR+3K3/repgLn7LqvkydDnN65xPj6Of7gYpua8gaJFwdPiE3oP3nZLhGlPIPDT8Ll74ddloF+KsUcPYhCHRADuVntmwtOk7bnIFcBotf3sbuuF4ftTFHWka30leQ7jGqHw3MoXRlt7GS5EcYP8KtQZ2vDQtQBcQ904cMHhz/cGab6G6QKKKVpTq1+l24vbQ53NvvGiFkQVhlzZS+DdGL22yH7kxVM3p/HjLjfW/hXqKPyHrbf5Mb7yzpSOHARxp6jpy/h8R9RX5OHtnhtxvFo7bZircFbUiNOGRW2gk/1PCGJ38Dc5hnVlchtahW6+Hiq07uwOi2f5KLFBMxiZDWVRNQxFm+YsYP4JBYVVi8+Uhkeb0PghW2jq0AGXl6jgc2BhDm29aMzjxfxJIycn+GD0J41mtYIacSNYXGL5T1HhBkjqyhkDfXxqShT8cJsMuKgf6qatYk30wELjjZsPutx2QeK8lBA+gW+n56b2kizU743u+SBycPE1bTUBk/zOBq472NDOtJrlf40OgHKzsdT8EC8WQCs+vEsRlqMLfrLmlwg4j64kAen/28vlTq06cqsaE6jVEtbrpjYqkqjnd/DNQBh5Zwt7gKogU1r0AyOSJ3uJFdFSeoqO4q79inYAUXjRAIfM95sAHf0sJis8/0quMTNvUXszEIIN4Kg4WKh5SGcbVhdST6THwrhF9moe2WIG6l8XPBSGq84WMeK1jE27K74VinNc2pbAg5tuKpTp6Cf0tHCbmfw186bQbVcOdiythoCd5Gggj3SSYxYkOggVzfLUHpPE5RHSuZFUt+1QZwpAUPLee1wBm08WwbdTN2fWTtdFQigtYw/WwtXc+tPl8DLQC9XgWD+Rc/lMhN+T39EwTDuHDhgaydsQH/bNEBld/9zGw4iI9tDhkkdWMsDForzESuCoky5+qgsJYrjS07FVSgAv0IlGh05e+ZV4700ZexV53vbv4TLAmwQNeTx8aBfEzdkM3IMTMzKCM3TD1DUUIH4FNTG5mrwiP5HKXG3pOFA77yshbW6wBWyLDS3D0disBku2bQzGLYUHope3ypxvy/R+/CBDxJ7cZtqlC0srlN9QKdAROMwpPT1t0WPsfR1CsiPylQU0/lYEhUkfKnG1WBDc+nImE/5bWq7rcSwqcpE9bu/3/KQrCzofQnOpb7oo5uqg4QHKPJiHMh8z9ipKyOKRUbSjgEjEhMRZl4jCww88wTH3EGIxl4iq0zcrZ9d73zVJAvdxLWlsatzbCRjIvMK8b7M2/zyWr/mbjIx1W7Gou2DPC24n3LtR77WHIDsIpBVR7Q6D5/xymVW9ev8QmKnLqCRIYNkT4I2dFJOfxHs5zZFXTunsQxe1RQa1Ogy/865zjTvTku8p9zNDq7nc7vR2Z+uMxgYaqOFva9tHzcRlAmxxRyzFK2x+x/2CFNH960lQmAH694XyMBi/2utQPCGpT9MW0gKyDkAuln1/ohBbB/pvURSX7bcgfT/DVTcQnOwJVjqmaq3sAcrVBJx92SWbX6rr2tVwJA2rzNgdddfve0YMI2KFE5iri9DRD6lqsEaQgel8WAk+IETp8t1BA3k2j1NgnO4dGs72XzX2nQKwF1qYTWmd/n3DDF6yfFUseV56ESMnZZQOaBuHgzvdLLAGuHzOhTuXM+DvKGf8RNIFpPMe8tSRNvNGL4Iz5+k5GYxBlqL1Kdl9U8SFwQOCjAdy7dY7ZwOIwjKgblFpsfDmfT7la1iPgURE21b+OSkki+GIIRdYcUGp50Q0VWSu6zKXKKglA4qXF/h6tFgfjHOyJoStaTjMWttbXW45o3+cEGprKNbJNTM69N6Q20s7OOpajR/RWxVOAL5KDCWoXNa3E4r9Pm+1gcvwuWVsV5teWcPwq3Y1EkfXa2AOX+KhTjOEQ4vi/788LNeaYabPMibJBBrjY+Mx23iSnCZCphRB2STzC+YeCb2UWOvjZeX5wY4jD3LOfbJUgP4zpmPL2kxsAGoR/gIfuNWevLJ5nmrDTMGLYZQbW8UN/hfA8jT7YSrOhLYcKQVaH3Rn9nWdJUvRUTbZ69Yptu8LxMmAzhe9hnsOFUGyFZjPY/yyHxf5jJpQdpHShl129tWz6f6TXQTHFKcDF6V8/5VOeh8GzUQAwkcYDlNnZxhCG9l3EKFUXzIBDdWaUZGvAHfDc9lU0LP6yTnwD1FCqiyB1cjQgxb3TRzA5es+ls3Y6qXkPY3F9qUbejRXV6eZf995X+VINTxh6Ie6tzjtZapyLsE/bBSZCi1hK0G/JFNb5VlpUNd1H7vLidYZmcxqPFbRVJAZ/Mb2BqVCHwk+cqfZ6PSqAtHUVeMLB9BZrcNnlWITnM6+eqwIq5lqwutCEcAUXJkIJkA6OK0DKAfGl6leqPyEjRhq/JnBz8lv8+BqnLTKOn6t66uR90WU5aTdxRht5rkrEIU8idZ9ZcrqtXNHrydXpzjbajeNPN8hkxKa+j9MY7gerhOPyLyMI8oYYvjJV/T2fhR4ghcHOW9UYsAKXzeFDlnndHJ3IJs0RE2bYu4DY7+r4b/p6rVlyDNfp+n8djq9wBlUq8WQeXsamC2rdMQsfHOJupWtZ8ITixkBG/RY4jEteFGwUzu1MaLTYu6Syyh/G2B65/uwxII3ew7viaNc/9YrbVmwFx3E2YFbXHeSnBEmTQKFiyM33fdwkwEcz/omEc3GQvhZ4nHsb/9lAcdHGR7Cne9iPYFIWLuPLWUwjzKRqjrBKAnmMBOe039UyCfCNpflU1CJjtrbAfWczNHgsZPzu+vl1sH85CeV2IEbwZhgoI5iL+T+270iPDflxoLCC7LPGTB0LpWZwl7Kb8s4YUH87qkFUq2FMafyB8YJOfc3dH2Q5NMWGEX4tPbXtiil7q0N4bbjgoCBEQ+0TrQpUKQ1+jBl0p8H6NOWWc6pquhkgqasxSmV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HAPETYPE" val="ConfidentialInternal"/>
</p:tagLst>
</file>

<file path=ppt/tags/tag4.xml><?xml version="1.0" encoding="utf-8"?>
<p:tagLst xmlns:a="http://schemas.openxmlformats.org/drawingml/2006/main" xmlns:r="http://schemas.openxmlformats.org/officeDocument/2006/relationships" xmlns:p="http://schemas.openxmlformats.org/presentationml/2006/main">
  <p:tag name="SHAPETYPE" val="Confidential"/>
</p:tagLst>
</file>

<file path=ppt/tags/tag5.xml><?xml version="1.0" encoding="utf-8"?>
<p:tagLst xmlns:a="http://schemas.openxmlformats.org/drawingml/2006/main" xmlns:r="http://schemas.openxmlformats.org/officeDocument/2006/relationships" xmlns:p="http://schemas.openxmlformats.org/presentationml/2006/main">
  <p:tag name="MASTERSHAPETYPE" val="ClientName"/>
</p:tagLst>
</file>

<file path=ppt/tags/tag6.xml><?xml version="1.0" encoding="utf-8"?>
<p:tagLst xmlns:a="http://schemas.openxmlformats.org/drawingml/2006/main" xmlns:r="http://schemas.openxmlformats.org/officeDocument/2006/relationships" xmlns:p="http://schemas.openxmlformats.org/presentationml/2006/main">
  <p:tag name="LOGOTYPE" val="BrandLogo"/>
  <p:tag name="JPM_OBJECT_NAME" val="BrandLogo"/>
</p:tagLst>
</file>

<file path=ppt/tags/tag7.xml><?xml version="1.0" encoding="utf-8"?>
<p:tagLst xmlns:a="http://schemas.openxmlformats.org/drawingml/2006/main" xmlns:r="http://schemas.openxmlformats.org/officeDocument/2006/relationships" xmlns:p="http://schemas.openxmlformats.org/presentationml/2006/main">
  <p:tag name="JPM_OBJECT_NAME" val="BrandLogo"/>
</p:tagLst>
</file>

<file path=ppt/tags/tag8.xml><?xml version="1.0" encoding="utf-8"?>
<p:tagLst xmlns:a="http://schemas.openxmlformats.org/drawingml/2006/main" xmlns:r="http://schemas.openxmlformats.org/officeDocument/2006/relationships" xmlns:p="http://schemas.openxmlformats.org/presentationml/2006/main">
  <p:tag name="JPM_OBJECT_NAME" val="BrandLogo"/>
</p:tagLst>
</file>

<file path=ppt/tags/tag9.xml><?xml version="1.0" encoding="utf-8"?>
<p:tagLst xmlns:a="http://schemas.openxmlformats.org/drawingml/2006/main" xmlns:r="http://schemas.openxmlformats.org/officeDocument/2006/relationships" xmlns:p="http://schemas.openxmlformats.org/presentationml/2006/main">
  <p:tag name="LOGOTYPE" val="BrandLogo"/>
  <p:tag name="JPM_OBJECT_NAME" val="BrandLogo"/>
</p:tagLst>
</file>

<file path=ppt/tags/tag10.xml><?xml version="1.0" encoding="utf-8"?>
<p:tagLst xmlns:a="http://schemas.openxmlformats.org/drawingml/2006/main" xmlns:r="http://schemas.openxmlformats.org/officeDocument/2006/relationships" xmlns:p="http://schemas.openxmlformats.org/presentationml/2006/main">
  <p:tag name="AGENDASHAPE" val="AgendaTitle"/>
</p:tagLst>
</file>

<file path=ppt/tags/tag11.xml><?xml version="1.0" encoding="utf-8"?>
<p:tagLst xmlns:a="http://schemas.openxmlformats.org/drawingml/2006/main" xmlns:r="http://schemas.openxmlformats.org/officeDocument/2006/relationships" xmlns:p="http://schemas.openxmlformats.org/presentationml/2006/main">
  <p:tag name="AGENDASHAPE" val="AgendaNumberingType"/>
</p:tagLst>
</file>

<file path=ppt/tags/tag12.xml><?xml version="1.0" encoding="utf-8"?>
<p:tagLst xmlns:a="http://schemas.openxmlformats.org/drawingml/2006/main" xmlns:r="http://schemas.openxmlformats.org/officeDocument/2006/relationships" xmlns:p="http://schemas.openxmlformats.org/presentationml/2006/main">
  <p:tag name="APIADDED" val="True"/>
  <p:tag name="DISTRIBUTIONTYPE" val="External"/>
  <p:tag name="PITCHPROSLIDEID" val="257"/>
  <p:tag name="PRESENTATIONID" val="2426cffc-d382-4ff1-9bf7-9dd046301b11"/>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LOGOTYPE" val="BrandLogo"/>
  <p:tag name="JPM_OBJECT_NAME" val="BrandLogo"/>
</p:tagLst>
</file>

<file path=ppt/tags/tag15.xml><?xml version="1.0" encoding="utf-8"?>
<p:tagLst xmlns:a="http://schemas.openxmlformats.org/drawingml/2006/main" xmlns:r="http://schemas.openxmlformats.org/officeDocument/2006/relationships" xmlns:p="http://schemas.openxmlformats.org/presentationml/2006/main">
  <p:tag name="DISTRIBUTIONTYPE" val="External"/>
  <p:tag name="PITCHPROSLIDEID" val="264"/>
  <p:tag name="PRESENTATIONID" val="2426cffc-d382-4ff1-9bf7-9dd046301b11"/>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DISTRIBUTIONTYPE" val="External"/>
  <p:tag name="PITCHPROSLIDEID" val="258"/>
  <p:tag name="PRESENTATIONID" val="2426cffc-d382-4ff1-9bf7-9dd046301b11"/>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DISTRIBUTIONTYPE" val="External"/>
  <p:tag name="PITCHPROSLIDEID" val="266"/>
  <p:tag name="PRESENTATIONID" val="2426cffc-d382-4ff1-9bf7-9dd046301b11"/>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DISTRIBUTIONTYPE" val="External"/>
  <p:tag name="PITCHPROSLIDEID" val="267"/>
  <p:tag name="PRESENTATIONID" val="2426cffc-d382-4ff1-9bf7-9dd046301b11"/>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DISTRIBUTIONTYPE" val="External"/>
  <p:tag name="PITCHPROSLIDEID" val="263"/>
  <p:tag name="PRESENTATIONID" val="2426cffc-d382-4ff1-9bf7-9dd046301b11"/>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DISTRIBUTIONTYPE" val="External"/>
  <p:tag name="PITCHPROSLIDEID" val="261"/>
  <p:tag name="PRESENTATIONID" val="2426cffc-d382-4ff1-9bf7-9dd046301b11"/>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PP+ UB2Chase - Letter">
  <a:themeElements>
    <a:clrScheme name="PitchPRO+">
      <a:dk1>
        <a:srgbClr val="000000"/>
      </a:dk1>
      <a:lt1>
        <a:srgbClr val="FFFFFF"/>
      </a:lt1>
      <a:dk2>
        <a:srgbClr val="32383E"/>
      </a:dk2>
      <a:lt2>
        <a:srgbClr val="005EB8"/>
      </a:lt2>
      <a:accent1>
        <a:srgbClr val="005FB8"/>
      </a:accent1>
      <a:accent2>
        <a:srgbClr val="55951B"/>
      </a:accent2>
      <a:accent3>
        <a:srgbClr val="F5BA47"/>
      </a:accent3>
      <a:accent4>
        <a:srgbClr val="002F6C"/>
      </a:accent4>
      <a:accent5>
        <a:srgbClr val="AC135A"/>
      </a:accent5>
      <a:accent6>
        <a:srgbClr val="D35B27"/>
      </a:accent6>
      <a:hlink>
        <a:srgbClr val="0563C1"/>
      </a:hlink>
      <a:folHlink>
        <a:srgbClr val="954F72"/>
      </a:folHlink>
    </a:clrScheme>
    <a:fontScheme name="Pitchbook-US">
      <a:majorFont>
        <a:latin typeface="Arial"/>
        <a:ea typeface="LF_Kai"/>
        <a:cs typeface=""/>
      </a:majorFont>
      <a:minorFont>
        <a:latin typeface="Arial"/>
        <a:ea typeface="LF_Ka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tx2"/>
          </a:solidFill>
        </a:ln>
        <a:extLst>
          <a:ext uri="{909E8E84-426E-40DD-AFC4-6F175D3DCCD1}">
            <a14:hiddenFill xmlns:a14="http://schemas.microsoft.com/office/drawing/2010/main">
              <a:solidFill>
                <a:scrgbClr r="0" g="0" b="0"/>
              </a:solidFill>
            </a14:hiddenFill>
          </a:ext>
        </a:extLst>
      </a:spPr>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defPPr>
          <a:lnSpc>
            <a:spcPct val="110000"/>
          </a:lnSpc>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1440" tIns="45720" rIns="91440" bIns="45720" rtlCol="0" anchor="t">
        <a:spAutoFit/>
      </a:bodyPr>
      <a:lstStyle>
        <a:defPPr algn="l">
          <a:lnSpc>
            <a:spcPct val="110000"/>
          </a:lnSpc>
          <a:defRPr sz="1200" b="0" i="0" dirty="0" smtClean="0">
            <a:solidFill>
              <a:schemeClr val="tx2"/>
            </a:solidFill>
            <a:latin typeface="+mn-lt"/>
          </a:defRPr>
        </a:defPPr>
      </a:lstStyle>
    </a:txDef>
  </a:objectDefaults>
  <a:extraClrSchemeLst>
    <a:extraClrScheme>
      <a:clrScheme name="PitchPRO+">
        <a:dk1>
          <a:srgbClr val="000000"/>
        </a:dk1>
        <a:lt1>
          <a:srgbClr val="FFFFFF"/>
        </a:lt1>
        <a:dk2>
          <a:srgbClr val="32383E"/>
        </a:dk2>
        <a:lt2>
          <a:srgbClr val="005EB8"/>
        </a:lt2>
        <a:accent1>
          <a:srgbClr val="005FB8"/>
        </a:accent1>
        <a:accent2>
          <a:srgbClr val="55951B"/>
        </a:accent2>
        <a:accent3>
          <a:srgbClr val="F5BA47"/>
        </a:accent3>
        <a:accent4>
          <a:srgbClr val="002F6C"/>
        </a:accent4>
        <a:accent5>
          <a:srgbClr val="AC135A"/>
        </a:accent5>
        <a:accent6>
          <a:srgbClr val="D35B27"/>
        </a:accent6>
        <a:hlink>
          <a:srgbClr val="0563C1"/>
        </a:hlink>
        <a:folHlink>
          <a:srgbClr val="954F72"/>
        </a:folHlink>
      </a:clrScheme>
    </a:extraClrScheme>
  </a:extraClrSchemeLst>
  <a:custClrLst>
    <a:custClr name="Plum 500. RGB(195, 60, 127)">
      <a:srgbClr val="C33C7F"/>
    </a:custClr>
    <a:custClr name="Blue 200. RGB(189,225,253)">
      <a:srgbClr val="BDE1FD"/>
    </a:custClr>
    <a:custClr name="Orange 800. RGB(128, 43, 0)">
      <a:srgbClr val="802B00"/>
    </a:custClr>
    <a:custClr name="Freedom Blue. RGB(0,145,218)">
      <a:srgbClr val="0091DA"/>
    </a:custClr>
    <a:custClr name="Yellow 800. RGB(109, 81, 23)">
      <a:srgbClr val="6D5117"/>
    </a:custClr>
    <a:custClr name="Teal 400. RGB(6,161,135)">
      <a:srgbClr val="06A187"/>
    </a:custClr>
    <a:custClr name="Plum 800. RGB(114, 0, 42)">
      <a:srgbClr val="72002A"/>
    </a:custClr>
    <a:custClr name="Yellow 600. RGB(178, 143, 48)">
      <a:srgbClr val="B28F30"/>
    </a:custClr>
    <a:custClr name="Orange 600. RGB(160, 66, 26)">
      <a:srgbClr val="A0421A"/>
    </a:custClr>
    <a:custClr name="Gray 400. RGB(140, 142, 144)">
      <a:srgbClr val="8C8E90"/>
    </a:custClr>
    <a:custClr name="Green 400. RGB(67, 160, 0)">
      <a:srgbClr val="43A000"/>
    </a:custClr>
    <a:custClr name="Green 700. RGB(29, 86, 12)">
      <a:srgbClr val="1D5602"/>
    </a:custClr>
    <a:custClr name="Red 400. RGB(237, 82, 90)">
      <a:srgbClr val="ED525A"/>
    </a:custClr>
    <a:custClr name="Red 700. RGB(156, 0, 6)">
      <a:srgbClr val="9C0006"/>
    </a:custClr>
    <a:custClr name="Cyan 400. RGB(45, 140, 158)">
      <a:srgbClr val="2D8C9E"/>
    </a:custClr>
    <a:custClr name="Cyan 800. RGB(1, 66, 85)">
      <a:srgbClr val="014255"/>
    </a:custClr>
    <a:custClr name="Teal 400. RGB(6, 161, 135)">
      <a:srgbClr val="06A187"/>
    </a:custClr>
    <a:custClr name="Teal 800. RGB(0, 74, 65)">
      <a:srgbClr val="004A41"/>
    </a:custClr>
    <a:custClr name="Purple 400. RGB(176, 128, 166)">
      <a:srgbClr val="B080A6"/>
    </a:custClr>
    <a:custClr name="Purple 800. RGB(99, 35, 86)">
      <a:srgbClr val="632356"/>
    </a:custClr>
  </a:custClrLst>
  <a:extLst>
    <a:ext uri="{05A4C25C-085E-4340-85A3-A5531E510DB2}">
      <thm15:themeFamily xmlns:thm15="http://schemas.microsoft.com/office/thememl/2012/main" name="0f5c3782-2111-4e0d-989e-4f4964ba9d74.potx" id="{0114F46F-14B2-41D5-A77F-8365C37DAA28}" vid="{1CF6E980-5696-4900-B394-F6D430F8E68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7BA23154F2C67419D9BC29A6CE660F2" ma:contentTypeVersion="3" ma:contentTypeDescription="Create a new document." ma:contentTypeScope="" ma:versionID="a6ae5812373fabcb16c79e6cb3ff4b4c">
  <xsd:schema xmlns:xsd="http://www.w3.org/2001/XMLSchema" xmlns:xs="http://www.w3.org/2001/XMLSchema" xmlns:p="http://schemas.microsoft.com/office/2006/metadata/properties" xmlns:ns2="167e7604-ccfa-4123-af7b-001ff209b7ab" targetNamespace="http://schemas.microsoft.com/office/2006/metadata/properties" ma:root="true" ma:fieldsID="e586abc8bd69a0f3ff41172e1592a886" ns2:_="">
    <xsd:import namespace="167e7604-ccfa-4123-af7b-001ff209b7ab"/>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7e7604-ccfa-4123-af7b-001ff209b7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9B046D2-FBA8-417E-B225-2390D23D1BF5}">
  <ds:schemaRefs>
    <ds:schemaRef ds:uri="167e7604-ccfa-4123-af7b-001ff209b7a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8FD7593-5AD4-47E2-80F1-78BBFA38EE17}">
  <ds:schemaRefs>
    <ds:schemaRef ds:uri="http://schemas.microsoft.com/sharepoint/v3/contenttype/forms"/>
  </ds:schemaRefs>
</ds:datastoreItem>
</file>

<file path=customXml/itemProps3.xml><?xml version="1.0" encoding="utf-8"?>
<ds:datastoreItem xmlns:ds="http://schemas.openxmlformats.org/officeDocument/2006/customXml" ds:itemID="{2600B681-6BBD-4852-86B3-EAADC55FE436}">
  <ds:schemaRef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167e7604-ccfa-4123-af7b-001ff209b7ab"/>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Template_UB2Chase_Letter</Template>
  <TotalTime>0</TotalTime>
  <Words>762</Words>
  <Application>Microsoft Office PowerPoint</Application>
  <PresentationFormat>Custom</PresentationFormat>
  <Paragraphs>128</Paragraphs>
  <Slides>7</Slides>
  <Notes>0</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1" baseType="lpstr">
      <vt:lpstr>Arial</vt:lpstr>
      <vt:lpstr>Wingdings</vt:lpstr>
      <vt:lpstr>PP+ UB2Chase - Letter</vt:lpstr>
      <vt:lpstr>think-cell Slide</vt:lpstr>
      <vt:lpstr>Move To Prosper – Data Overview</vt:lpstr>
      <vt:lpstr>Geographical Mappings</vt:lpstr>
      <vt:lpstr>American Community Survey Public Use Microdata Survey (ACS PUMS) </vt:lpstr>
      <vt:lpstr>County Business Patterns (CBS) Economics Survey</vt:lpstr>
      <vt:lpstr>District Value Added Rankings </vt:lpstr>
      <vt:lpstr>Greenspace</vt:lpstr>
      <vt:lpstr>Walkability Index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For Good Hackathon</dc:title>
  <dc:creator>Youssef, Richard (CCB, USA)</dc:creator>
  <cp:lastModifiedBy>Malinowski, Scott A</cp:lastModifiedBy>
  <cp:revision>1</cp:revision>
  <dcterms:created xsi:type="dcterms:W3CDTF">2023-09-25T15:06:22Z</dcterms:created>
  <dcterms:modified xsi:type="dcterms:W3CDTF">2023-10-04T17:00:05Z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0x010100A7BA23154F2C67419D9BC29A6CE660F2</vt:lpwstr>
  </property>
</Properties>
</file>